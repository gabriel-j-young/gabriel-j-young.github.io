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8F1520-13F0-4A1C-A5D2-351084DA8C12}" v="39" dt="2024-07-03T08:46:51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272" autoAdjust="0"/>
  </p:normalViewPr>
  <p:slideViewPr>
    <p:cSldViewPr snapToGrid="0">
      <p:cViewPr>
        <p:scale>
          <a:sx n="59" d="100"/>
          <a:sy n="59" d="100"/>
        </p:scale>
        <p:origin x="1326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Young" userId="22ba8bc06a1f7b10" providerId="LiveId" clId="{91F23845-A5B7-F44B-A640-366BB19C820C}"/>
    <pc:docChg chg="modSld">
      <pc:chgData name="Gabriel Young" userId="22ba8bc06a1f7b10" providerId="LiveId" clId="{91F23845-A5B7-F44B-A640-366BB19C820C}" dt="2024-07-04T00:54:03.467" v="144" actId="20577"/>
      <pc:docMkLst>
        <pc:docMk/>
      </pc:docMkLst>
      <pc:sldChg chg="modNotesTx">
        <pc:chgData name="Gabriel Young" userId="22ba8bc06a1f7b10" providerId="LiveId" clId="{91F23845-A5B7-F44B-A640-366BB19C820C}" dt="2024-07-03T12:09:27.525" v="34" actId="20577"/>
        <pc:sldMkLst>
          <pc:docMk/>
          <pc:sldMk cId="777490530" sldId="258"/>
        </pc:sldMkLst>
      </pc:sldChg>
      <pc:sldChg chg="modNotesTx">
        <pc:chgData name="Gabriel Young" userId="22ba8bc06a1f7b10" providerId="LiveId" clId="{91F23845-A5B7-F44B-A640-366BB19C820C}" dt="2024-07-03T12:14:23.955" v="40" actId="20577"/>
        <pc:sldMkLst>
          <pc:docMk/>
          <pc:sldMk cId="3824512161" sldId="259"/>
        </pc:sldMkLst>
      </pc:sldChg>
      <pc:sldChg chg="modNotesTx">
        <pc:chgData name="Gabriel Young" userId="22ba8bc06a1f7b10" providerId="LiveId" clId="{91F23845-A5B7-F44B-A640-366BB19C820C}" dt="2024-07-04T00:54:03.467" v="144" actId="20577"/>
        <pc:sldMkLst>
          <pc:docMk/>
          <pc:sldMk cId="1152068330" sldId="260"/>
        </pc:sldMkLst>
      </pc:sldChg>
    </pc:docChg>
  </pc:docChgLst>
  <pc:docChgLst>
    <pc:chgData name="Gabriel Young" userId="22ba8bc06a1f7b10" providerId="LiveId" clId="{ED8F1520-13F0-4A1C-A5D2-351084DA8C12}"/>
    <pc:docChg chg="undo redo custSel addSld delSld modSld">
      <pc:chgData name="Gabriel Young" userId="22ba8bc06a1f7b10" providerId="LiveId" clId="{ED8F1520-13F0-4A1C-A5D2-351084DA8C12}" dt="2024-07-03T08:47:22.727" v="572" actId="47"/>
      <pc:docMkLst>
        <pc:docMk/>
      </pc:docMkLst>
      <pc:sldChg chg="addSp delSp modSp new mod setBg addAnim delAnim modNotesTx">
        <pc:chgData name="Gabriel Young" userId="22ba8bc06a1f7b10" providerId="LiveId" clId="{ED8F1520-13F0-4A1C-A5D2-351084DA8C12}" dt="2024-07-03T08:46:58.562" v="565" actId="26606"/>
        <pc:sldMkLst>
          <pc:docMk/>
          <pc:sldMk cId="4167505007" sldId="256"/>
        </pc:sldMkLst>
        <pc:spChg chg="mod">
          <ac:chgData name="Gabriel Young" userId="22ba8bc06a1f7b10" providerId="LiveId" clId="{ED8F1520-13F0-4A1C-A5D2-351084DA8C12}" dt="2024-07-03T08:46:58.562" v="565" actId="26606"/>
          <ac:spMkLst>
            <pc:docMk/>
            <pc:sldMk cId="4167505007" sldId="256"/>
            <ac:spMk id="2" creationId="{4F7423EE-1C29-6ACC-4288-C590339A0FE0}"/>
          </ac:spMkLst>
        </pc:spChg>
        <pc:spChg chg="mod">
          <ac:chgData name="Gabriel Young" userId="22ba8bc06a1f7b10" providerId="LiveId" clId="{ED8F1520-13F0-4A1C-A5D2-351084DA8C12}" dt="2024-07-03T08:46:58.562" v="565" actId="26606"/>
          <ac:spMkLst>
            <pc:docMk/>
            <pc:sldMk cId="4167505007" sldId="256"/>
            <ac:spMk id="3" creationId="{A50E5BBA-D7E5-5FC9-DA26-ACDD11BE6519}"/>
          </ac:spMkLst>
        </pc:spChg>
        <pc:spChg chg="add del">
          <ac:chgData name="Gabriel Young" userId="22ba8bc06a1f7b10" providerId="LiveId" clId="{ED8F1520-13F0-4A1C-A5D2-351084DA8C12}" dt="2024-07-03T08:46:58.562" v="565" actId="26606"/>
          <ac:spMkLst>
            <pc:docMk/>
            <pc:sldMk cId="4167505007" sldId="256"/>
            <ac:spMk id="6" creationId="{B7430622-9855-482E-98A8-1FAECC90908E}"/>
          </ac:spMkLst>
        </pc:spChg>
        <pc:spChg chg="add del">
          <ac:chgData name="Gabriel Young" userId="22ba8bc06a1f7b10" providerId="LiveId" clId="{ED8F1520-13F0-4A1C-A5D2-351084DA8C12}" dt="2024-07-03T08:46:58.562" v="565" actId="26606"/>
          <ac:spMkLst>
            <pc:docMk/>
            <pc:sldMk cId="4167505007" sldId="256"/>
            <ac:spMk id="8" creationId="{FD4AD0ED-45F1-4AB2-8C18-7DED238A0FC1}"/>
          </ac:spMkLst>
        </pc:spChg>
        <pc:spChg chg="add del">
          <ac:chgData name="Gabriel Young" userId="22ba8bc06a1f7b10" providerId="LiveId" clId="{ED8F1520-13F0-4A1C-A5D2-351084DA8C12}" dt="2024-07-03T08:46:01.734" v="547" actId="26606"/>
          <ac:spMkLst>
            <pc:docMk/>
            <pc:sldMk cId="4167505007" sldId="256"/>
            <ac:spMk id="10" creationId="{C1DD1A8A-57D5-4A81-AD04-532B043C5611}"/>
          </ac:spMkLst>
        </pc:spChg>
        <pc:spChg chg="add del">
          <ac:chgData name="Gabriel Young" userId="22ba8bc06a1f7b10" providerId="LiveId" clId="{ED8F1520-13F0-4A1C-A5D2-351084DA8C12}" dt="2024-07-03T08:46:01.734" v="547" actId="26606"/>
          <ac:spMkLst>
            <pc:docMk/>
            <pc:sldMk cId="4167505007" sldId="256"/>
            <ac:spMk id="12" creationId="{007891EC-4501-44ED-A8C8-B11B6DB767AB}"/>
          </ac:spMkLst>
        </pc:spChg>
        <pc:spChg chg="add del">
          <ac:chgData name="Gabriel Young" userId="22ba8bc06a1f7b10" providerId="LiveId" clId="{ED8F1520-13F0-4A1C-A5D2-351084DA8C12}" dt="2024-07-03T08:46:58.562" v="565" actId="26606"/>
          <ac:spMkLst>
            <pc:docMk/>
            <pc:sldMk cId="4167505007" sldId="256"/>
            <ac:spMk id="20" creationId="{73162FBC-1EE8-4355-8B2B-CB9A5B4BD576}"/>
          </ac:spMkLst>
        </pc:spChg>
        <pc:spChg chg="add del">
          <ac:chgData name="Gabriel Young" userId="22ba8bc06a1f7b10" providerId="LiveId" clId="{ED8F1520-13F0-4A1C-A5D2-351084DA8C12}" dt="2024-07-03T08:46:58.562" v="565" actId="26606"/>
          <ac:spMkLst>
            <pc:docMk/>
            <pc:sldMk cId="4167505007" sldId="256"/>
            <ac:spMk id="28" creationId="{26CE109B-4241-4CF1-B587-868774BB4464}"/>
          </ac:spMkLst>
        </pc:spChg>
        <pc:spChg chg="add">
          <ac:chgData name="Gabriel Young" userId="22ba8bc06a1f7b10" providerId="LiveId" clId="{ED8F1520-13F0-4A1C-A5D2-351084DA8C12}" dt="2024-07-03T08:46:58.562" v="565" actId="26606"/>
          <ac:spMkLst>
            <pc:docMk/>
            <pc:sldMk cId="4167505007" sldId="256"/>
            <ac:spMk id="39" creationId="{9B37791B-B040-4694-BFDC-8DD132D86E8E}"/>
          </ac:spMkLst>
        </pc:spChg>
        <pc:spChg chg="add">
          <ac:chgData name="Gabriel Young" userId="22ba8bc06a1f7b10" providerId="LiveId" clId="{ED8F1520-13F0-4A1C-A5D2-351084DA8C12}" dt="2024-07-03T08:46:58.562" v="565" actId="26606"/>
          <ac:spMkLst>
            <pc:docMk/>
            <pc:sldMk cId="4167505007" sldId="256"/>
            <ac:spMk id="41" creationId="{E253338B-EC15-4112-B0AA-4135021E9AF8}"/>
          </ac:spMkLst>
        </pc:spChg>
        <pc:grpChg chg="add del">
          <ac:chgData name="Gabriel Young" userId="22ba8bc06a1f7b10" providerId="LiveId" clId="{ED8F1520-13F0-4A1C-A5D2-351084DA8C12}" dt="2024-07-03T08:46:58.562" v="565" actId="26606"/>
          <ac:grpSpMkLst>
            <pc:docMk/>
            <pc:sldMk cId="4167505007" sldId="256"/>
            <ac:grpSpMk id="7" creationId="{715C76D5-716D-420A-ABDC-55BF6D9ED2C2}"/>
          </ac:grpSpMkLst>
        </pc:grpChg>
        <pc:grpChg chg="add del">
          <ac:chgData name="Gabriel Young" userId="22ba8bc06a1f7b10" providerId="LiveId" clId="{ED8F1520-13F0-4A1C-A5D2-351084DA8C12}" dt="2024-07-03T08:46:58.562" v="565" actId="26606"/>
          <ac:grpSpMkLst>
            <pc:docMk/>
            <pc:sldMk cId="4167505007" sldId="256"/>
            <ac:grpSpMk id="22" creationId="{C2940EF9-7ECF-49BA-8F14-5EBC7ADE07FD}"/>
          </ac:grpSpMkLst>
        </pc:grpChg>
        <pc:grpChg chg="add del">
          <ac:chgData name="Gabriel Young" userId="22ba8bc06a1f7b10" providerId="LiveId" clId="{ED8F1520-13F0-4A1C-A5D2-351084DA8C12}" dt="2024-07-03T08:46:58.562" v="565" actId="26606"/>
          <ac:grpSpMkLst>
            <pc:docMk/>
            <pc:sldMk cId="4167505007" sldId="256"/>
            <ac:grpSpMk id="30" creationId="{DD107650-C271-404F-98D8-BB8E7E030643}"/>
          </ac:grpSpMkLst>
        </pc:grpChg>
        <pc:grpChg chg="add">
          <ac:chgData name="Gabriel Young" userId="22ba8bc06a1f7b10" providerId="LiveId" clId="{ED8F1520-13F0-4A1C-A5D2-351084DA8C12}" dt="2024-07-03T08:46:58.562" v="565" actId="26606"/>
          <ac:grpSpMkLst>
            <pc:docMk/>
            <pc:sldMk cId="4167505007" sldId="256"/>
            <ac:grpSpMk id="43" creationId="{431899EE-49A4-469F-BDB5-0A178C55105D}"/>
          </ac:grpSpMkLst>
        </pc:grpChg>
        <pc:picChg chg="add mod ord">
          <ac:chgData name="Gabriel Young" userId="22ba8bc06a1f7b10" providerId="LiveId" clId="{ED8F1520-13F0-4A1C-A5D2-351084DA8C12}" dt="2024-07-03T08:46:02.796" v="549"/>
          <ac:picMkLst>
            <pc:docMk/>
            <pc:sldMk cId="4167505007" sldId="256"/>
            <ac:picMk id="5" creationId="{B7E6E323-969E-03EC-08D3-9DED3905CE8D}"/>
          </ac:picMkLst>
        </pc:picChg>
      </pc:sldChg>
      <pc:sldChg chg="addSp delSp modSp new mod setBg modNotesTx">
        <pc:chgData name="Gabriel Young" userId="22ba8bc06a1f7b10" providerId="LiveId" clId="{ED8F1520-13F0-4A1C-A5D2-351084DA8C12}" dt="2024-07-03T08:40:04.083" v="480"/>
        <pc:sldMkLst>
          <pc:docMk/>
          <pc:sldMk cId="4111839119" sldId="257"/>
        </pc:sldMkLst>
        <pc:spChg chg="del mod">
          <ac:chgData name="Gabriel Young" userId="22ba8bc06a1f7b10" providerId="LiveId" clId="{ED8F1520-13F0-4A1C-A5D2-351084DA8C12}" dt="2024-07-03T08:36:48.938" v="395" actId="478"/>
          <ac:spMkLst>
            <pc:docMk/>
            <pc:sldMk cId="4111839119" sldId="257"/>
            <ac:spMk id="2" creationId="{E40E4773-58D6-33E4-91B8-629F08DB9260}"/>
          </ac:spMkLst>
        </pc:spChg>
        <pc:spChg chg="del">
          <ac:chgData name="Gabriel Young" userId="22ba8bc06a1f7b10" providerId="LiveId" clId="{ED8F1520-13F0-4A1C-A5D2-351084DA8C12}" dt="2024-07-03T08:36:52.327" v="397" actId="26606"/>
          <ac:spMkLst>
            <pc:docMk/>
            <pc:sldMk cId="4111839119" sldId="257"/>
            <ac:spMk id="3" creationId="{C68AD0C4-26EC-BB40-0426-E3975409A347}"/>
          </ac:spMkLst>
        </pc:spChg>
        <pc:spChg chg="add del mod">
          <ac:chgData name="Gabriel Young" userId="22ba8bc06a1f7b10" providerId="LiveId" clId="{ED8F1520-13F0-4A1C-A5D2-351084DA8C12}" dt="2024-07-03T08:36:52.327" v="397" actId="26606"/>
          <ac:spMkLst>
            <pc:docMk/>
            <pc:sldMk cId="4111839119" sldId="257"/>
            <ac:spMk id="5" creationId="{3B55F463-F973-F4C8-47C7-44D2DB343949}"/>
          </ac:spMkLst>
        </pc:spChg>
        <pc:spChg chg="add">
          <ac:chgData name="Gabriel Young" userId="22ba8bc06a1f7b10" providerId="LiveId" clId="{ED8F1520-13F0-4A1C-A5D2-351084DA8C12}" dt="2024-07-03T08:36:52.327" v="397" actId="26606"/>
          <ac:spMkLst>
            <pc:docMk/>
            <pc:sldMk cId="4111839119" sldId="257"/>
            <ac:spMk id="12" creationId="{42A4FC2C-047E-45A5-965D-8E1E3BF09BC6}"/>
          </ac:spMkLst>
        </pc:spChg>
        <pc:grpChg chg="mod">
          <ac:chgData name="Gabriel Young" userId="22ba8bc06a1f7b10" providerId="LiveId" clId="{ED8F1520-13F0-4A1C-A5D2-351084DA8C12}" dt="2024-07-03T08:38:01.947" v="414"/>
          <ac:grpSpMkLst>
            <pc:docMk/>
            <pc:sldMk cId="4111839119" sldId="257"/>
            <ac:grpSpMk id="17" creationId="{51492570-CCB0-A121-91F2-67D8B60B8FBD}"/>
          </ac:grpSpMkLst>
        </pc:grpChg>
        <pc:grpChg chg="mod">
          <ac:chgData name="Gabriel Young" userId="22ba8bc06a1f7b10" providerId="LiveId" clId="{ED8F1520-13F0-4A1C-A5D2-351084DA8C12}" dt="2024-07-03T08:38:36.150" v="426"/>
          <ac:grpSpMkLst>
            <pc:docMk/>
            <pc:sldMk cId="4111839119" sldId="257"/>
            <ac:grpSpMk id="22" creationId="{51F12D43-D172-7B7F-5701-8E5153693D4E}"/>
          </ac:grpSpMkLst>
        </pc:grpChg>
        <pc:grpChg chg="mod">
          <ac:chgData name="Gabriel Young" userId="22ba8bc06a1f7b10" providerId="LiveId" clId="{ED8F1520-13F0-4A1C-A5D2-351084DA8C12}" dt="2024-07-03T08:39:00.093" v="434"/>
          <ac:grpSpMkLst>
            <pc:docMk/>
            <pc:sldMk cId="4111839119" sldId="257"/>
            <ac:grpSpMk id="26" creationId="{E87C0C7C-13D2-C6A8-754A-1364D9419E16}"/>
          </ac:grpSpMkLst>
        </pc:grpChg>
        <pc:grpChg chg="mod">
          <ac:chgData name="Gabriel Young" userId="22ba8bc06a1f7b10" providerId="LiveId" clId="{ED8F1520-13F0-4A1C-A5D2-351084DA8C12}" dt="2024-07-03T08:39:27.689" v="444"/>
          <ac:grpSpMkLst>
            <pc:docMk/>
            <pc:sldMk cId="4111839119" sldId="257"/>
            <ac:grpSpMk id="32" creationId="{9158E6C5-085F-7137-942E-66641CE0B46F}"/>
          </ac:grpSpMkLst>
        </pc:grpChg>
        <pc:grpChg chg="mod">
          <ac:chgData name="Gabriel Young" userId="22ba8bc06a1f7b10" providerId="LiveId" clId="{ED8F1520-13F0-4A1C-A5D2-351084DA8C12}" dt="2024-07-03T08:39:29.038" v="447"/>
          <ac:grpSpMkLst>
            <pc:docMk/>
            <pc:sldMk cId="4111839119" sldId="257"/>
            <ac:grpSpMk id="35" creationId="{DDAC5D47-B67F-EDDB-D75D-EE0B2FF6B319}"/>
          </ac:grpSpMkLst>
        </pc:grpChg>
        <pc:grpChg chg="mod">
          <ac:chgData name="Gabriel Young" userId="22ba8bc06a1f7b10" providerId="LiveId" clId="{ED8F1520-13F0-4A1C-A5D2-351084DA8C12}" dt="2024-07-03T08:39:30.433" v="450"/>
          <ac:grpSpMkLst>
            <pc:docMk/>
            <pc:sldMk cId="4111839119" sldId="257"/>
            <ac:grpSpMk id="38" creationId="{4DDAC395-5CFB-EF01-C5A8-C70BC381B1A7}"/>
          </ac:grpSpMkLst>
        </pc:grpChg>
        <pc:grpChg chg="mod">
          <ac:chgData name="Gabriel Young" userId="22ba8bc06a1f7b10" providerId="LiveId" clId="{ED8F1520-13F0-4A1C-A5D2-351084DA8C12}" dt="2024-07-03T08:39:33.098" v="455"/>
          <ac:grpSpMkLst>
            <pc:docMk/>
            <pc:sldMk cId="4111839119" sldId="257"/>
            <ac:grpSpMk id="43" creationId="{300CF26D-2FB7-1948-74FE-3719AAEA4339}"/>
          </ac:grpSpMkLst>
        </pc:grpChg>
        <pc:grpChg chg="mod">
          <ac:chgData name="Gabriel Young" userId="22ba8bc06a1f7b10" providerId="LiveId" clId="{ED8F1520-13F0-4A1C-A5D2-351084DA8C12}" dt="2024-07-03T08:39:33.098" v="455"/>
          <ac:grpSpMkLst>
            <pc:docMk/>
            <pc:sldMk cId="4111839119" sldId="257"/>
            <ac:grpSpMk id="44" creationId="{A959E7B7-B578-064B-8640-9B238D66A08E}"/>
          </ac:grpSpMkLst>
        </pc:grpChg>
        <pc:grpChg chg="mod">
          <ac:chgData name="Gabriel Young" userId="22ba8bc06a1f7b10" providerId="LiveId" clId="{ED8F1520-13F0-4A1C-A5D2-351084DA8C12}" dt="2024-07-03T08:39:34.697" v="458"/>
          <ac:grpSpMkLst>
            <pc:docMk/>
            <pc:sldMk cId="4111839119" sldId="257"/>
            <ac:grpSpMk id="47" creationId="{11032598-E40E-1631-EC18-A465C3C1B0E6}"/>
          </ac:grpSpMkLst>
        </pc:grpChg>
        <pc:grpChg chg="mod">
          <ac:chgData name="Gabriel Young" userId="22ba8bc06a1f7b10" providerId="LiveId" clId="{ED8F1520-13F0-4A1C-A5D2-351084DA8C12}" dt="2024-07-03T08:39:46.882" v="465"/>
          <ac:grpSpMkLst>
            <pc:docMk/>
            <pc:sldMk cId="4111839119" sldId="257"/>
            <ac:grpSpMk id="52" creationId="{D18B7556-A8D5-C3F9-455D-3C3D43130F4D}"/>
          </ac:grpSpMkLst>
        </pc:grpChg>
        <pc:grpChg chg="mod">
          <ac:chgData name="Gabriel Young" userId="22ba8bc06a1f7b10" providerId="LiveId" clId="{ED8F1520-13F0-4A1C-A5D2-351084DA8C12}" dt="2024-07-03T08:40:04.083" v="480"/>
          <ac:grpSpMkLst>
            <pc:docMk/>
            <pc:sldMk cId="4111839119" sldId="257"/>
            <ac:grpSpMk id="63" creationId="{73B346DD-26CA-F31C-5064-DC6500E7D2FE}"/>
          </ac:grpSpMkLst>
        </pc:grpChg>
        <pc:picChg chg="add mod">
          <ac:chgData name="Gabriel Young" userId="22ba8bc06a1f7b10" providerId="LiveId" clId="{ED8F1520-13F0-4A1C-A5D2-351084DA8C12}" dt="2024-07-03T08:37:07.543" v="399" actId="962"/>
          <ac:picMkLst>
            <pc:docMk/>
            <pc:sldMk cId="4111839119" sldId="257"/>
            <ac:picMk id="7" creationId="{AD56DE8E-97E3-7C49-8574-BE7234695C6E}"/>
          </ac:picMkLst>
        </pc:picChg>
        <pc:inkChg chg="add del">
          <ac:chgData name="Gabriel Young" userId="22ba8bc06a1f7b10" providerId="LiveId" clId="{ED8F1520-13F0-4A1C-A5D2-351084DA8C12}" dt="2024-07-03T08:37:11.667" v="401" actId="9405"/>
          <ac:inkMkLst>
            <pc:docMk/>
            <pc:sldMk cId="4111839119" sldId="257"/>
            <ac:inkMk id="8" creationId="{DDDDA75E-BBE3-F4FC-B096-122A338D7CFD}"/>
          </ac:inkMkLst>
        </pc:inkChg>
        <pc:inkChg chg="add del">
          <ac:chgData name="Gabriel Young" userId="22ba8bc06a1f7b10" providerId="LiveId" clId="{ED8F1520-13F0-4A1C-A5D2-351084DA8C12}" dt="2024-07-03T08:37:14.861" v="403" actId="9405"/>
          <ac:inkMkLst>
            <pc:docMk/>
            <pc:sldMk cId="4111839119" sldId="257"/>
            <ac:inkMk id="9" creationId="{F4C1BF6A-D85B-7ABE-FD18-FEAD81C5E618}"/>
          </ac:inkMkLst>
        </pc:inkChg>
        <pc:inkChg chg="add del">
          <ac:chgData name="Gabriel Young" userId="22ba8bc06a1f7b10" providerId="LiveId" clId="{ED8F1520-13F0-4A1C-A5D2-351084DA8C12}" dt="2024-07-03T08:37:36.059" v="405" actId="9405"/>
          <ac:inkMkLst>
            <pc:docMk/>
            <pc:sldMk cId="4111839119" sldId="257"/>
            <ac:inkMk id="10" creationId="{490A54C3-0426-0556-2D7D-F11B68533BED}"/>
          </ac:inkMkLst>
        </pc:inkChg>
        <pc:inkChg chg="add del">
          <ac:chgData name="Gabriel Young" userId="22ba8bc06a1f7b10" providerId="LiveId" clId="{ED8F1520-13F0-4A1C-A5D2-351084DA8C12}" dt="2024-07-03T08:37:43.517" v="407" actId="9405"/>
          <ac:inkMkLst>
            <pc:docMk/>
            <pc:sldMk cId="4111839119" sldId="257"/>
            <ac:inkMk id="11" creationId="{DC66A9F9-6477-9A87-3770-50087B29D8AC}"/>
          </ac:inkMkLst>
        </pc:inkChg>
        <pc:inkChg chg="add">
          <ac:chgData name="Gabriel Young" userId="22ba8bc06a1f7b10" providerId="LiveId" clId="{ED8F1520-13F0-4A1C-A5D2-351084DA8C12}" dt="2024-07-03T08:37:49.051" v="408" actId="9405"/>
          <ac:inkMkLst>
            <pc:docMk/>
            <pc:sldMk cId="4111839119" sldId="257"/>
            <ac:inkMk id="13" creationId="{D8253E87-F43E-7336-66C5-5FFB91504D04}"/>
          </ac:inkMkLst>
        </pc:inkChg>
        <pc:inkChg chg="add del">
          <ac:chgData name="Gabriel Young" userId="22ba8bc06a1f7b10" providerId="LiveId" clId="{ED8F1520-13F0-4A1C-A5D2-351084DA8C12}" dt="2024-07-03T08:38:36.774" v="428" actId="9405"/>
          <ac:inkMkLst>
            <pc:docMk/>
            <pc:sldMk cId="4111839119" sldId="257"/>
            <ac:inkMk id="14" creationId="{59772347-B45A-E0E2-EBEC-8DA35526FE7F}"/>
          </ac:inkMkLst>
        </pc:inkChg>
        <pc:inkChg chg="add del mod">
          <ac:chgData name="Gabriel Young" userId="22ba8bc06a1f7b10" providerId="LiveId" clId="{ED8F1520-13F0-4A1C-A5D2-351084DA8C12}" dt="2024-07-03T08:38:03.564" v="415" actId="9405"/>
          <ac:inkMkLst>
            <pc:docMk/>
            <pc:sldMk cId="4111839119" sldId="257"/>
            <ac:inkMk id="15" creationId="{D0E1DBA2-C19C-6B57-03AF-9E7F0519F10D}"/>
          </ac:inkMkLst>
        </pc:inkChg>
        <pc:inkChg chg="add del mod">
          <ac:chgData name="Gabriel Young" userId="22ba8bc06a1f7b10" providerId="LiveId" clId="{ED8F1520-13F0-4A1C-A5D2-351084DA8C12}" dt="2024-07-03T08:38:01.947" v="414"/>
          <ac:inkMkLst>
            <pc:docMk/>
            <pc:sldMk cId="4111839119" sldId="257"/>
            <ac:inkMk id="16" creationId="{F91C596A-B26F-C806-0696-39701A64B6C5}"/>
          </ac:inkMkLst>
        </pc:inkChg>
        <pc:inkChg chg="add del">
          <ac:chgData name="Gabriel Young" userId="22ba8bc06a1f7b10" providerId="LiveId" clId="{ED8F1520-13F0-4A1C-A5D2-351084DA8C12}" dt="2024-07-03T08:38:11.250" v="419" actId="9405"/>
          <ac:inkMkLst>
            <pc:docMk/>
            <pc:sldMk cId="4111839119" sldId="257"/>
            <ac:inkMk id="18" creationId="{06E990D7-3C7D-33F7-FEC4-A4C586173872}"/>
          </ac:inkMkLst>
        </pc:inkChg>
        <pc:inkChg chg="add del">
          <ac:chgData name="Gabriel Young" userId="22ba8bc06a1f7b10" providerId="LiveId" clId="{ED8F1520-13F0-4A1C-A5D2-351084DA8C12}" dt="2024-07-03T08:38:15.982" v="421" actId="9405"/>
          <ac:inkMkLst>
            <pc:docMk/>
            <pc:sldMk cId="4111839119" sldId="257"/>
            <ac:inkMk id="19" creationId="{D9740542-2525-AC40-2B17-ACDA5DD78678}"/>
          </ac:inkMkLst>
        </pc:inkChg>
        <pc:inkChg chg="add del mod">
          <ac:chgData name="Gabriel Young" userId="22ba8bc06a1f7b10" providerId="LiveId" clId="{ED8F1520-13F0-4A1C-A5D2-351084DA8C12}" dt="2024-07-03T08:38:36.466" v="427" actId="9405"/>
          <ac:inkMkLst>
            <pc:docMk/>
            <pc:sldMk cId="4111839119" sldId="257"/>
            <ac:inkMk id="20" creationId="{76964033-7F45-474E-2752-C42361539E8D}"/>
          </ac:inkMkLst>
        </pc:inkChg>
        <pc:inkChg chg="add del mod">
          <ac:chgData name="Gabriel Young" userId="22ba8bc06a1f7b10" providerId="LiveId" clId="{ED8F1520-13F0-4A1C-A5D2-351084DA8C12}" dt="2024-07-03T08:38:36.150" v="426"/>
          <ac:inkMkLst>
            <pc:docMk/>
            <pc:sldMk cId="4111839119" sldId="257"/>
            <ac:inkMk id="21" creationId="{7011269C-93AE-3C8A-98AF-DA1DEE5E8C50}"/>
          </ac:inkMkLst>
        </pc:inkChg>
        <pc:inkChg chg="add del mod">
          <ac:chgData name="Gabriel Young" userId="22ba8bc06a1f7b10" providerId="LiveId" clId="{ED8F1520-13F0-4A1C-A5D2-351084DA8C12}" dt="2024-07-03T08:39:00.977" v="436" actId="9405"/>
          <ac:inkMkLst>
            <pc:docMk/>
            <pc:sldMk cId="4111839119" sldId="257"/>
            <ac:inkMk id="23" creationId="{60D6B294-C594-EACC-64CD-995221611E02}"/>
          </ac:inkMkLst>
        </pc:inkChg>
        <pc:inkChg chg="add del mod">
          <ac:chgData name="Gabriel Young" userId="22ba8bc06a1f7b10" providerId="LiveId" clId="{ED8F1520-13F0-4A1C-A5D2-351084DA8C12}" dt="2024-07-03T08:39:00.508" v="435" actId="9405"/>
          <ac:inkMkLst>
            <pc:docMk/>
            <pc:sldMk cId="4111839119" sldId="257"/>
            <ac:inkMk id="24" creationId="{5A435EB3-E2A0-6955-9916-97391615B993}"/>
          </ac:inkMkLst>
        </pc:inkChg>
        <pc:inkChg chg="add del mod">
          <ac:chgData name="Gabriel Young" userId="22ba8bc06a1f7b10" providerId="LiveId" clId="{ED8F1520-13F0-4A1C-A5D2-351084DA8C12}" dt="2024-07-03T08:39:00.093" v="434"/>
          <ac:inkMkLst>
            <pc:docMk/>
            <pc:sldMk cId="4111839119" sldId="257"/>
            <ac:inkMk id="25" creationId="{3FAD0D5A-C5A9-D31C-5369-F2DE2826EDC8}"/>
          </ac:inkMkLst>
        </pc:inkChg>
        <pc:inkChg chg="add del">
          <ac:chgData name="Gabriel Young" userId="22ba8bc06a1f7b10" providerId="LiveId" clId="{ED8F1520-13F0-4A1C-A5D2-351084DA8C12}" dt="2024-07-03T08:39:11.113" v="438" actId="9405"/>
          <ac:inkMkLst>
            <pc:docMk/>
            <pc:sldMk cId="4111839119" sldId="257"/>
            <ac:inkMk id="27" creationId="{F751C940-08FB-8C4E-AD12-C217E4A1EA4E}"/>
          </ac:inkMkLst>
        </pc:inkChg>
        <pc:inkChg chg="add del">
          <ac:chgData name="Gabriel Young" userId="22ba8bc06a1f7b10" providerId="LiveId" clId="{ED8F1520-13F0-4A1C-A5D2-351084DA8C12}" dt="2024-07-03T08:39:14.419" v="440" actId="9405"/>
          <ac:inkMkLst>
            <pc:docMk/>
            <pc:sldMk cId="4111839119" sldId="257"/>
            <ac:inkMk id="28" creationId="{7098D727-C01D-A61C-5D6E-8DDB4CE9F09B}"/>
          </ac:inkMkLst>
        </pc:inkChg>
        <pc:inkChg chg="add mod">
          <ac:chgData name="Gabriel Young" userId="22ba8bc06a1f7b10" providerId="LiveId" clId="{ED8F1520-13F0-4A1C-A5D2-351084DA8C12}" dt="2024-07-03T08:39:27.689" v="444"/>
          <ac:inkMkLst>
            <pc:docMk/>
            <pc:sldMk cId="4111839119" sldId="257"/>
            <ac:inkMk id="29" creationId="{F3209032-C316-C990-1D3F-927C45A92C42}"/>
          </ac:inkMkLst>
        </pc:inkChg>
        <pc:inkChg chg="add mod">
          <ac:chgData name="Gabriel Young" userId="22ba8bc06a1f7b10" providerId="LiveId" clId="{ED8F1520-13F0-4A1C-A5D2-351084DA8C12}" dt="2024-07-03T08:39:27.689" v="444"/>
          <ac:inkMkLst>
            <pc:docMk/>
            <pc:sldMk cId="4111839119" sldId="257"/>
            <ac:inkMk id="30" creationId="{648CE32B-65FC-6ACE-78AD-9F338A8EDB2A}"/>
          </ac:inkMkLst>
        </pc:inkChg>
        <pc:inkChg chg="add mod">
          <ac:chgData name="Gabriel Young" userId="22ba8bc06a1f7b10" providerId="LiveId" clId="{ED8F1520-13F0-4A1C-A5D2-351084DA8C12}" dt="2024-07-03T08:39:27.689" v="444"/>
          <ac:inkMkLst>
            <pc:docMk/>
            <pc:sldMk cId="4111839119" sldId="257"/>
            <ac:inkMk id="31" creationId="{54CA0D5A-6552-AE32-84CC-CD0EB3737708}"/>
          </ac:inkMkLst>
        </pc:inkChg>
        <pc:inkChg chg="add mod">
          <ac:chgData name="Gabriel Young" userId="22ba8bc06a1f7b10" providerId="LiveId" clId="{ED8F1520-13F0-4A1C-A5D2-351084DA8C12}" dt="2024-07-03T08:39:29.038" v="447"/>
          <ac:inkMkLst>
            <pc:docMk/>
            <pc:sldMk cId="4111839119" sldId="257"/>
            <ac:inkMk id="33" creationId="{0D715458-C358-1294-2625-831405AA3E26}"/>
          </ac:inkMkLst>
        </pc:inkChg>
        <pc:inkChg chg="add mod">
          <ac:chgData name="Gabriel Young" userId="22ba8bc06a1f7b10" providerId="LiveId" clId="{ED8F1520-13F0-4A1C-A5D2-351084DA8C12}" dt="2024-07-03T08:39:29.038" v="447"/>
          <ac:inkMkLst>
            <pc:docMk/>
            <pc:sldMk cId="4111839119" sldId="257"/>
            <ac:inkMk id="34" creationId="{FF244A7F-C1A4-DB90-6454-0A9CE8226C24}"/>
          </ac:inkMkLst>
        </pc:inkChg>
        <pc:inkChg chg="add mod">
          <ac:chgData name="Gabriel Young" userId="22ba8bc06a1f7b10" providerId="LiveId" clId="{ED8F1520-13F0-4A1C-A5D2-351084DA8C12}" dt="2024-07-03T08:39:30.433" v="450"/>
          <ac:inkMkLst>
            <pc:docMk/>
            <pc:sldMk cId="4111839119" sldId="257"/>
            <ac:inkMk id="36" creationId="{DE15D248-8B5C-3A2C-D546-5FD2AD783A23}"/>
          </ac:inkMkLst>
        </pc:inkChg>
        <pc:inkChg chg="add mod">
          <ac:chgData name="Gabriel Young" userId="22ba8bc06a1f7b10" providerId="LiveId" clId="{ED8F1520-13F0-4A1C-A5D2-351084DA8C12}" dt="2024-07-03T08:39:30.433" v="450"/>
          <ac:inkMkLst>
            <pc:docMk/>
            <pc:sldMk cId="4111839119" sldId="257"/>
            <ac:inkMk id="37" creationId="{F89847C8-4728-5A24-7BFC-88996F22CFA5}"/>
          </ac:inkMkLst>
        </pc:inkChg>
        <pc:inkChg chg="add mod">
          <ac:chgData name="Gabriel Young" userId="22ba8bc06a1f7b10" providerId="LiveId" clId="{ED8F1520-13F0-4A1C-A5D2-351084DA8C12}" dt="2024-07-03T08:39:33.098" v="455"/>
          <ac:inkMkLst>
            <pc:docMk/>
            <pc:sldMk cId="4111839119" sldId="257"/>
            <ac:inkMk id="39" creationId="{9D852400-4FC2-7757-E845-1F2AFABEB384}"/>
          </ac:inkMkLst>
        </pc:inkChg>
        <pc:inkChg chg="add mod">
          <ac:chgData name="Gabriel Young" userId="22ba8bc06a1f7b10" providerId="LiveId" clId="{ED8F1520-13F0-4A1C-A5D2-351084DA8C12}" dt="2024-07-03T08:39:33.098" v="455"/>
          <ac:inkMkLst>
            <pc:docMk/>
            <pc:sldMk cId="4111839119" sldId="257"/>
            <ac:inkMk id="40" creationId="{89FE7B86-0147-AB83-79E6-C86A40C9241F}"/>
          </ac:inkMkLst>
        </pc:inkChg>
        <pc:inkChg chg="add mod">
          <ac:chgData name="Gabriel Young" userId="22ba8bc06a1f7b10" providerId="LiveId" clId="{ED8F1520-13F0-4A1C-A5D2-351084DA8C12}" dt="2024-07-03T08:39:33.098" v="455"/>
          <ac:inkMkLst>
            <pc:docMk/>
            <pc:sldMk cId="4111839119" sldId="257"/>
            <ac:inkMk id="41" creationId="{F26AD20F-DC52-085D-B886-0F6F792E8C97}"/>
          </ac:inkMkLst>
        </pc:inkChg>
        <pc:inkChg chg="add mod">
          <ac:chgData name="Gabriel Young" userId="22ba8bc06a1f7b10" providerId="LiveId" clId="{ED8F1520-13F0-4A1C-A5D2-351084DA8C12}" dt="2024-07-03T08:39:33.098" v="455"/>
          <ac:inkMkLst>
            <pc:docMk/>
            <pc:sldMk cId="4111839119" sldId="257"/>
            <ac:inkMk id="42" creationId="{393224D6-C5FD-5ECA-C0C1-85580DCFFC20}"/>
          </ac:inkMkLst>
        </pc:inkChg>
        <pc:inkChg chg="add mod">
          <ac:chgData name="Gabriel Young" userId="22ba8bc06a1f7b10" providerId="LiveId" clId="{ED8F1520-13F0-4A1C-A5D2-351084DA8C12}" dt="2024-07-03T08:39:34.697" v="458"/>
          <ac:inkMkLst>
            <pc:docMk/>
            <pc:sldMk cId="4111839119" sldId="257"/>
            <ac:inkMk id="45" creationId="{3180E089-255D-D5B4-7B84-96DCF50DFF41}"/>
          </ac:inkMkLst>
        </pc:inkChg>
        <pc:inkChg chg="add mod">
          <ac:chgData name="Gabriel Young" userId="22ba8bc06a1f7b10" providerId="LiveId" clId="{ED8F1520-13F0-4A1C-A5D2-351084DA8C12}" dt="2024-07-03T08:39:34.697" v="458"/>
          <ac:inkMkLst>
            <pc:docMk/>
            <pc:sldMk cId="4111839119" sldId="257"/>
            <ac:inkMk id="46" creationId="{FD9FA16E-4A48-1DAA-2784-2C025F38E24A}"/>
          </ac:inkMkLst>
        </pc:inkChg>
        <pc:inkChg chg="add del mod">
          <ac:chgData name="Gabriel Young" userId="22ba8bc06a1f7b10" providerId="LiveId" clId="{ED8F1520-13F0-4A1C-A5D2-351084DA8C12}" dt="2024-07-03T08:39:48.399" v="468" actId="9405"/>
          <ac:inkMkLst>
            <pc:docMk/>
            <pc:sldMk cId="4111839119" sldId="257"/>
            <ac:inkMk id="48" creationId="{314C0A83-51C2-F095-3609-48E9DC9D84F6}"/>
          </ac:inkMkLst>
        </pc:inkChg>
        <pc:inkChg chg="add del mod">
          <ac:chgData name="Gabriel Young" userId="22ba8bc06a1f7b10" providerId="LiveId" clId="{ED8F1520-13F0-4A1C-A5D2-351084DA8C12}" dt="2024-07-03T08:39:47.683" v="467" actId="9405"/>
          <ac:inkMkLst>
            <pc:docMk/>
            <pc:sldMk cId="4111839119" sldId="257"/>
            <ac:inkMk id="49" creationId="{5E612AA8-ACC0-0392-A141-D01C59BE2024}"/>
          </ac:inkMkLst>
        </pc:inkChg>
        <pc:inkChg chg="add del mod">
          <ac:chgData name="Gabriel Young" userId="22ba8bc06a1f7b10" providerId="LiveId" clId="{ED8F1520-13F0-4A1C-A5D2-351084DA8C12}" dt="2024-07-03T08:39:47.355" v="466" actId="9405"/>
          <ac:inkMkLst>
            <pc:docMk/>
            <pc:sldMk cId="4111839119" sldId="257"/>
            <ac:inkMk id="50" creationId="{E28C8230-AED6-57BD-C740-5B4B0001E982}"/>
          </ac:inkMkLst>
        </pc:inkChg>
        <pc:inkChg chg="add del mod">
          <ac:chgData name="Gabriel Young" userId="22ba8bc06a1f7b10" providerId="LiveId" clId="{ED8F1520-13F0-4A1C-A5D2-351084DA8C12}" dt="2024-07-03T08:39:46.882" v="465"/>
          <ac:inkMkLst>
            <pc:docMk/>
            <pc:sldMk cId="4111839119" sldId="257"/>
            <ac:inkMk id="51" creationId="{12003567-1F8E-6D4B-0C09-482747BA1DB6}"/>
          </ac:inkMkLst>
        </pc:inkChg>
        <pc:inkChg chg="add del">
          <ac:chgData name="Gabriel Young" userId="22ba8bc06a1f7b10" providerId="LiveId" clId="{ED8F1520-13F0-4A1C-A5D2-351084DA8C12}" dt="2024-07-03T08:39:53.311" v="470" actId="9405"/>
          <ac:inkMkLst>
            <pc:docMk/>
            <pc:sldMk cId="4111839119" sldId="257"/>
            <ac:inkMk id="53" creationId="{884B814A-F4A8-6E1A-7B86-6F9B339CBCC6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54" creationId="{DCF7C450-56B9-B31C-6EAA-83DE83B6D081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55" creationId="{A19AF0BB-72AA-4C1E-37EB-7203B377EF7E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56" creationId="{BA0D87A4-F509-0514-2EA1-2AC62B454586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57" creationId="{B3FA8303-BBC4-2843-ABAD-97160848BB99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58" creationId="{50336B24-F281-2B16-3268-E5D4B2356F6A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59" creationId="{21A1F0A9-C2A3-01CB-5DFC-B5A58CA99882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60" creationId="{30665D07-A1C8-737A-D093-17FF1854DCB3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61" creationId="{2F326939-AF30-40F4-326A-528F2D9EDEF7}"/>
          </ac:inkMkLst>
        </pc:inkChg>
        <pc:inkChg chg="add mod">
          <ac:chgData name="Gabriel Young" userId="22ba8bc06a1f7b10" providerId="LiveId" clId="{ED8F1520-13F0-4A1C-A5D2-351084DA8C12}" dt="2024-07-03T08:40:04.083" v="480"/>
          <ac:inkMkLst>
            <pc:docMk/>
            <pc:sldMk cId="4111839119" sldId="257"/>
            <ac:inkMk id="62" creationId="{BB76A7AE-DA8C-3857-AC24-5A89155BA8DD}"/>
          </ac:inkMkLst>
        </pc:inkChg>
      </pc:sldChg>
      <pc:sldChg chg="addSp delSp modSp new mod setBg modNotesTx">
        <pc:chgData name="Gabriel Young" userId="22ba8bc06a1f7b10" providerId="LiveId" clId="{ED8F1520-13F0-4A1C-A5D2-351084DA8C12}" dt="2024-07-03T08:26:07.471" v="381" actId="26606"/>
        <pc:sldMkLst>
          <pc:docMk/>
          <pc:sldMk cId="777490530" sldId="258"/>
        </pc:sldMkLst>
        <pc:spChg chg="add del">
          <ac:chgData name="Gabriel Young" userId="22ba8bc06a1f7b10" providerId="LiveId" clId="{ED8F1520-13F0-4A1C-A5D2-351084DA8C12}" dt="2024-07-03T08:26:07.471" v="381" actId="26606"/>
          <ac:spMkLst>
            <pc:docMk/>
            <pc:sldMk cId="777490530" sldId="258"/>
            <ac:spMk id="2" creationId="{0A33C273-95A2-7A0F-807B-2A7CF7ABA256}"/>
          </ac:spMkLst>
        </pc:spChg>
        <pc:spChg chg="add del">
          <ac:chgData name="Gabriel Young" userId="22ba8bc06a1f7b10" providerId="LiveId" clId="{ED8F1520-13F0-4A1C-A5D2-351084DA8C12}" dt="2024-07-03T08:26:07.399" v="380"/>
          <ac:spMkLst>
            <pc:docMk/>
            <pc:sldMk cId="777490530" sldId="258"/>
            <ac:spMk id="3" creationId="{D25785A3-722D-2EA5-F9A7-BA90BE318DB7}"/>
          </ac:spMkLst>
        </pc:spChg>
        <pc:spChg chg="add del">
          <ac:chgData name="Gabriel Young" userId="22ba8bc06a1f7b10" providerId="LiveId" clId="{ED8F1520-13F0-4A1C-A5D2-351084DA8C12}" dt="2024-07-03T08:26:07.471" v="381" actId="26606"/>
          <ac:spMkLst>
            <pc:docMk/>
            <pc:sldMk cId="777490530" sldId="258"/>
            <ac:spMk id="10" creationId="{42A4FC2C-047E-45A5-965D-8E1E3BF09BC6}"/>
          </ac:spMkLst>
        </pc:spChg>
        <pc:picChg chg="add mod">
          <ac:chgData name="Gabriel Young" userId="22ba8bc06a1f7b10" providerId="LiveId" clId="{ED8F1520-13F0-4A1C-A5D2-351084DA8C12}" dt="2024-07-03T08:26:07.471" v="381" actId="26606"/>
          <ac:picMkLst>
            <pc:docMk/>
            <pc:sldMk cId="777490530" sldId="258"/>
            <ac:picMk id="5" creationId="{A59B6CBB-4E6D-08C5-C4EC-25C7177D1E91}"/>
          </ac:picMkLst>
        </pc:picChg>
      </pc:sldChg>
      <pc:sldChg chg="addSp delSp modSp new mod setBg modNotesTx">
        <pc:chgData name="Gabriel Young" userId="22ba8bc06a1f7b10" providerId="LiveId" clId="{ED8F1520-13F0-4A1C-A5D2-351084DA8C12}" dt="2024-07-03T08:14:27.446" v="289" actId="1076"/>
        <pc:sldMkLst>
          <pc:docMk/>
          <pc:sldMk cId="3824512161" sldId="259"/>
        </pc:sldMkLst>
        <pc:spChg chg="del mod">
          <ac:chgData name="Gabriel Young" userId="22ba8bc06a1f7b10" providerId="LiveId" clId="{ED8F1520-13F0-4A1C-A5D2-351084DA8C12}" dt="2024-07-03T08:12:40.143" v="265" actId="478"/>
          <ac:spMkLst>
            <pc:docMk/>
            <pc:sldMk cId="3824512161" sldId="259"/>
            <ac:spMk id="2" creationId="{4BA0A4ED-6EAA-E719-1B39-87202BEEE400}"/>
          </ac:spMkLst>
        </pc:spChg>
        <pc:spChg chg="del">
          <ac:chgData name="Gabriel Young" userId="22ba8bc06a1f7b10" providerId="LiveId" clId="{ED8F1520-13F0-4A1C-A5D2-351084DA8C12}" dt="2024-07-03T08:01:59.211" v="245"/>
          <ac:spMkLst>
            <pc:docMk/>
            <pc:sldMk cId="3824512161" sldId="259"/>
            <ac:spMk id="3" creationId="{1B9E9CE5-19BF-C4F7-04CF-0BC57B6119B7}"/>
          </ac:spMkLst>
        </pc:spChg>
        <pc:spChg chg="add del">
          <ac:chgData name="Gabriel Young" userId="22ba8bc06a1f7b10" providerId="LiveId" clId="{ED8F1520-13F0-4A1C-A5D2-351084DA8C12}" dt="2024-07-03T08:13:52.542" v="279" actId="26606"/>
          <ac:spMkLst>
            <pc:docMk/>
            <pc:sldMk cId="3824512161" sldId="259"/>
            <ac:spMk id="8" creationId="{42A4FC2C-047E-45A5-965D-8E1E3BF09BC6}"/>
          </ac:spMkLst>
        </pc:spChg>
        <pc:spChg chg="add del mod">
          <ac:chgData name="Gabriel Young" userId="22ba8bc06a1f7b10" providerId="LiveId" clId="{ED8F1520-13F0-4A1C-A5D2-351084DA8C12}" dt="2024-07-03T08:12:44.058" v="266" actId="478"/>
          <ac:spMkLst>
            <pc:docMk/>
            <pc:sldMk cId="3824512161" sldId="259"/>
            <ac:spMk id="9" creationId="{EE13F662-FFC2-ADC1-2A9D-9B2C5BA3C534}"/>
          </ac:spMkLst>
        </pc:spChg>
        <pc:spChg chg="add del">
          <ac:chgData name="Gabriel Young" userId="22ba8bc06a1f7b10" providerId="LiveId" clId="{ED8F1520-13F0-4A1C-A5D2-351084DA8C12}" dt="2024-07-03T08:13:33.533" v="276" actId="26606"/>
          <ac:spMkLst>
            <pc:docMk/>
            <pc:sldMk cId="3824512161" sldId="259"/>
            <ac:spMk id="10" creationId="{42A4FC2C-047E-45A5-965D-8E1E3BF09BC6}"/>
          </ac:spMkLst>
        </pc:spChg>
        <pc:spChg chg="add del">
          <ac:chgData name="Gabriel Young" userId="22ba8bc06a1f7b10" providerId="LiveId" clId="{ED8F1520-13F0-4A1C-A5D2-351084DA8C12}" dt="2024-07-03T08:13:54.291" v="281" actId="26606"/>
          <ac:spMkLst>
            <pc:docMk/>
            <pc:sldMk cId="3824512161" sldId="259"/>
            <ac:spMk id="11" creationId="{AB8C311F-7253-4AED-9701-7FC0708C41C7}"/>
          </ac:spMkLst>
        </pc:spChg>
        <pc:spChg chg="add del">
          <ac:chgData name="Gabriel Young" userId="22ba8bc06a1f7b10" providerId="LiveId" clId="{ED8F1520-13F0-4A1C-A5D2-351084DA8C12}" dt="2024-07-03T08:13:54.291" v="281" actId="26606"/>
          <ac:spMkLst>
            <pc:docMk/>
            <pc:sldMk cId="3824512161" sldId="259"/>
            <ac:spMk id="12" creationId="{E2384209-CB15-4CDF-9D31-C44FD9A3F20D}"/>
          </ac:spMkLst>
        </pc:spChg>
        <pc:spChg chg="add del">
          <ac:chgData name="Gabriel Young" userId="22ba8bc06a1f7b10" providerId="LiveId" clId="{ED8F1520-13F0-4A1C-A5D2-351084DA8C12}" dt="2024-07-03T08:13:54.291" v="281" actId="26606"/>
          <ac:spMkLst>
            <pc:docMk/>
            <pc:sldMk cId="3824512161" sldId="259"/>
            <ac:spMk id="14" creationId="{2633B3B5-CC90-43F0-8714-D31D1F3F0209}"/>
          </ac:spMkLst>
        </pc:spChg>
        <pc:spChg chg="add del">
          <ac:chgData name="Gabriel Young" userId="22ba8bc06a1f7b10" providerId="LiveId" clId="{ED8F1520-13F0-4A1C-A5D2-351084DA8C12}" dt="2024-07-03T08:13:32.065" v="274" actId="26606"/>
          <ac:spMkLst>
            <pc:docMk/>
            <pc:sldMk cId="3824512161" sldId="259"/>
            <ac:spMk id="15" creationId="{42A4FC2C-047E-45A5-965D-8E1E3BF09BC6}"/>
          </ac:spMkLst>
        </pc:spChg>
        <pc:spChg chg="add del">
          <ac:chgData name="Gabriel Young" userId="22ba8bc06a1f7b10" providerId="LiveId" clId="{ED8F1520-13F0-4A1C-A5D2-351084DA8C12}" dt="2024-07-03T08:13:54.291" v="281" actId="26606"/>
          <ac:spMkLst>
            <pc:docMk/>
            <pc:sldMk cId="3824512161" sldId="259"/>
            <ac:spMk id="16" creationId="{A8D57A06-A426-446D-B02C-A2DC6B62E45E}"/>
          </ac:spMkLst>
        </pc:spChg>
        <pc:spChg chg="add del">
          <ac:chgData name="Gabriel Young" userId="22ba8bc06a1f7b10" providerId="LiveId" clId="{ED8F1520-13F0-4A1C-A5D2-351084DA8C12}" dt="2024-07-03T08:13:57.065" v="283" actId="26606"/>
          <ac:spMkLst>
            <pc:docMk/>
            <pc:sldMk cId="3824512161" sldId="259"/>
            <ac:spMk id="18" creationId="{42A4FC2C-047E-45A5-965D-8E1E3BF09BC6}"/>
          </ac:spMkLst>
        </pc:spChg>
        <pc:picChg chg="add mod modCrop">
          <ac:chgData name="Gabriel Young" userId="22ba8bc06a1f7b10" providerId="LiveId" clId="{ED8F1520-13F0-4A1C-A5D2-351084DA8C12}" dt="2024-07-03T08:14:27.446" v="289" actId="1076"/>
          <ac:picMkLst>
            <pc:docMk/>
            <pc:sldMk cId="3824512161" sldId="259"/>
            <ac:picMk id="5" creationId="{6066D057-6DC5-B5E5-8222-9F976C6A6033}"/>
          </ac:picMkLst>
        </pc:picChg>
        <pc:picChg chg="add del mod modCrop">
          <ac:chgData name="Gabriel Young" userId="22ba8bc06a1f7b10" providerId="LiveId" clId="{ED8F1520-13F0-4A1C-A5D2-351084DA8C12}" dt="2024-07-03T08:12:32.528" v="264" actId="478"/>
          <ac:picMkLst>
            <pc:docMk/>
            <pc:sldMk cId="3824512161" sldId="259"/>
            <ac:picMk id="7" creationId="{966B9182-04FA-A568-FBF7-3FE4ABD8478F}"/>
          </ac:picMkLst>
        </pc:picChg>
      </pc:sldChg>
      <pc:sldChg chg="addSp delSp modSp new mod setBg modNotesTx">
        <pc:chgData name="Gabriel Young" userId="22ba8bc06a1f7b10" providerId="LiveId" clId="{ED8F1520-13F0-4A1C-A5D2-351084DA8C12}" dt="2024-07-03T08:47:20.981" v="571" actId="113"/>
        <pc:sldMkLst>
          <pc:docMk/>
          <pc:sldMk cId="1152068330" sldId="260"/>
        </pc:sldMkLst>
        <pc:spChg chg="del">
          <ac:chgData name="Gabriel Young" userId="22ba8bc06a1f7b10" providerId="LiveId" clId="{ED8F1520-13F0-4A1C-A5D2-351084DA8C12}" dt="2024-07-03T08:18:24.097" v="293" actId="26606"/>
          <ac:spMkLst>
            <pc:docMk/>
            <pc:sldMk cId="1152068330" sldId="260"/>
            <ac:spMk id="2" creationId="{2B366C10-9F7A-D40C-4C2F-437AE5AA8FC1}"/>
          </ac:spMkLst>
        </pc:spChg>
        <pc:spChg chg="del">
          <ac:chgData name="Gabriel Young" userId="22ba8bc06a1f7b10" providerId="LiveId" clId="{ED8F1520-13F0-4A1C-A5D2-351084DA8C12}" dt="2024-07-03T08:18:18.631" v="290"/>
          <ac:spMkLst>
            <pc:docMk/>
            <pc:sldMk cId="1152068330" sldId="260"/>
            <ac:spMk id="3" creationId="{04B7E122-A32F-394F-0C1C-E23476CFB59A}"/>
          </ac:spMkLst>
        </pc:spChg>
        <pc:spChg chg="add del mod">
          <ac:chgData name="Gabriel Young" userId="22ba8bc06a1f7b10" providerId="LiveId" clId="{ED8F1520-13F0-4A1C-A5D2-351084DA8C12}" dt="2024-07-03T08:26:15.371" v="384"/>
          <ac:spMkLst>
            <pc:docMk/>
            <pc:sldMk cId="1152068330" sldId="260"/>
            <ac:spMk id="7" creationId="{0FFB1CC5-B7A3-C516-B640-ED55CFC553B1}"/>
          </ac:spMkLst>
        </pc:spChg>
        <pc:spChg chg="add">
          <ac:chgData name="Gabriel Young" userId="22ba8bc06a1f7b10" providerId="LiveId" clId="{ED8F1520-13F0-4A1C-A5D2-351084DA8C12}" dt="2024-07-03T08:18:24.097" v="293" actId="26606"/>
          <ac:spMkLst>
            <pc:docMk/>
            <pc:sldMk cId="1152068330" sldId="260"/>
            <ac:spMk id="10" creationId="{42A4FC2C-047E-45A5-965D-8E1E3BF09BC6}"/>
          </ac:spMkLst>
        </pc:spChg>
        <pc:picChg chg="add del mod">
          <ac:chgData name="Gabriel Young" userId="22ba8bc06a1f7b10" providerId="LiveId" clId="{ED8F1520-13F0-4A1C-A5D2-351084DA8C12}" dt="2024-07-03T08:26:14.679" v="383" actId="478"/>
          <ac:picMkLst>
            <pc:docMk/>
            <pc:sldMk cId="1152068330" sldId="260"/>
            <ac:picMk id="5" creationId="{11C5CA4C-63DF-D413-2DD7-C280BD05062A}"/>
          </ac:picMkLst>
        </pc:picChg>
        <pc:picChg chg="add mod">
          <ac:chgData name="Gabriel Young" userId="22ba8bc06a1f7b10" providerId="LiveId" clId="{ED8F1520-13F0-4A1C-A5D2-351084DA8C12}" dt="2024-07-03T08:26:58.032" v="394" actId="1076"/>
          <ac:picMkLst>
            <pc:docMk/>
            <pc:sldMk cId="1152068330" sldId="260"/>
            <ac:picMk id="9" creationId="{7587D3E3-4830-67B7-BAB7-1D0E4307B718}"/>
          </ac:picMkLst>
        </pc:picChg>
      </pc:sldChg>
      <pc:sldChg chg="new del modNotesTx">
        <pc:chgData name="Gabriel Young" userId="22ba8bc06a1f7b10" providerId="LiveId" clId="{ED8F1520-13F0-4A1C-A5D2-351084DA8C12}" dt="2024-07-03T08:47:22.727" v="572" actId="47"/>
        <pc:sldMkLst>
          <pc:docMk/>
          <pc:sldMk cId="919092740" sldId="261"/>
        </pc:sldMkLst>
      </pc:sldChg>
      <pc:sldChg chg="addSp delSp modSp new mod setBg">
        <pc:chgData name="Gabriel Young" userId="22ba8bc06a1f7b10" providerId="LiveId" clId="{ED8F1520-13F0-4A1C-A5D2-351084DA8C12}" dt="2024-07-03T08:26:07.352" v="378" actId="478"/>
        <pc:sldMkLst>
          <pc:docMk/>
          <pc:sldMk cId="3339423874" sldId="262"/>
        </pc:sldMkLst>
        <pc:spChg chg="add">
          <ac:chgData name="Gabriel Young" userId="22ba8bc06a1f7b10" providerId="LiveId" clId="{ED8F1520-13F0-4A1C-A5D2-351084DA8C12}" dt="2024-07-03T08:21:22.470" v="298" actId="26606"/>
          <ac:spMkLst>
            <pc:docMk/>
            <pc:sldMk cId="3339423874" sldId="262"/>
            <ac:spMk id="8" creationId="{42A4FC2C-047E-45A5-965D-8E1E3BF09BC6}"/>
          </ac:spMkLst>
        </pc:spChg>
        <pc:spChg chg="add mod">
          <ac:chgData name="Gabriel Young" userId="22ba8bc06a1f7b10" providerId="LiveId" clId="{ED8F1520-13F0-4A1C-A5D2-351084DA8C12}" dt="2024-07-03T08:26:07.314" v="377" actId="207"/>
          <ac:spMkLst>
            <pc:docMk/>
            <pc:sldMk cId="3339423874" sldId="262"/>
            <ac:spMk id="10" creationId="{83F83438-7951-F0FC-9094-37426AC38B16}"/>
          </ac:spMkLst>
        </pc:spChg>
        <pc:picChg chg="add mod">
          <ac:chgData name="Gabriel Young" userId="22ba8bc06a1f7b10" providerId="LiveId" clId="{ED8F1520-13F0-4A1C-A5D2-351084DA8C12}" dt="2024-07-03T08:21:42.423" v="304" actId="1076"/>
          <ac:picMkLst>
            <pc:docMk/>
            <pc:sldMk cId="3339423874" sldId="262"/>
            <ac:picMk id="3" creationId="{E86B0DDE-D9E0-D618-9E0C-3E4B0F3C2234}"/>
          </ac:picMkLst>
        </pc:picChg>
        <pc:cxnChg chg="add del">
          <ac:chgData name="Gabriel Young" userId="22ba8bc06a1f7b10" providerId="LiveId" clId="{ED8F1520-13F0-4A1C-A5D2-351084DA8C12}" dt="2024-07-03T08:21:40.112" v="302" actId="11529"/>
          <ac:cxnSpMkLst>
            <pc:docMk/>
            <pc:sldMk cId="3339423874" sldId="262"/>
            <ac:cxnSpMk id="5" creationId="{7102A6A2-B169-4958-F73B-B63133C00DFB}"/>
          </ac:cxnSpMkLst>
        </pc:cxnChg>
        <pc:cxnChg chg="add del mod">
          <ac:chgData name="Gabriel Young" userId="22ba8bc06a1f7b10" providerId="LiveId" clId="{ED8F1520-13F0-4A1C-A5D2-351084DA8C12}" dt="2024-07-03T08:26:07.352" v="378" actId="478"/>
          <ac:cxnSpMkLst>
            <pc:docMk/>
            <pc:sldMk cId="3339423874" sldId="262"/>
            <ac:cxnSpMk id="7" creationId="{F32F3EA1-3D33-2519-5681-88576D2E8899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7:49.0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2132 205 55 0 0,'-3'0'0'0'0,"0"-1"0"0"0,0 0 0 0 0,0 0 0 0 0,0 0 0 0 0,0 0 0 0 0,0 0 0 0 0,0 0 0 0 0,1-1 0 0 0,-4-2 0 0 0,-13-5 0 0 0,1 1 0 0 0,11 5 0 0 0,1 0 0 0 0,-1 0 0 0 0,0 1 0 0 0,0-1 0 0 0,0 2 0 0 0,0-1 0 0 0,0 1 0 0 0,0 0 0 0 0,-14 0 0 0 0,-67 1 0 0 0,74 1 8 0 0,0-2 0 0 0,-27-2 0 0 0,-13-1 22 0 0,-35-1-20 0 0,-6 3-10 0 0,-30 3 0 0 0,69-2 0 0 0,-40-1 15 0 0,37 0 2 0 0,0 3-1 0 0,-68 9 0 0 0,103-7-16 0 0,10-2 0 0 0,1 1 0 0 0,-1 1 0 0 0,1 0 0 0 0,-15 6 0 0 0,-22 8 11 0 0,34-10 17 0 0,-32 10-1 0 0,5-3-29 0 0,-75 21 2 0 0,91-26 0 0 0,-63 25 0 0 0,73-26 0 0 0,-14 6 0 0 0,1 2 0 0 0,-46 31 0 0 0,-70 74 0 0 0,22 16 0 0 0,64-67 0 0 0,38-34 0 0 0,19-31 0 0 0,-1 0 0 0 0,1 1 0 0 0,-4 9 0 0 0,-7 11 0 0 0,11-21 0 0 0,1 0 0 0 0,-1 1 0 0 0,1-1 0 0 0,-1 7 0 0 0,-2 2 0 0 0,-1 15 0 0 0,3-10 0 0 0,3 0 0 0 0,0 1 0 0 0,0-13 0 0 0,-1-1 0 0 0,1 0 0 0 0,0 1 0 0 0,1-1 0 0 0,-1 0 0 0 0,1 1 0 0 0,1-1 0 0 0,-1 0 0 0 0,1 0 0 0 0,5 11 0 0 0,-3-8 0 0 0,0 0 0 0 0,1-1 0 0 0,1 1 0 0 0,-1-1 0 0 0,1-1 0 0 0,1 1 0 0 0,8 7 0 0 0,6 6 0 0 0,12 9 0 0 0,-5-8 0 0 0,-16-12 0 0 0,20 13 0 0 0,-14-11 0 0 0,1-1 0 0 0,0-1 0 0 0,1 0 0 0 0,1-1 0 0 0,-1-2 0 0 0,1 0 0 0 0,22 4 0 0 0,24 0 0 0 0,302 47 0 0 0,-291-48 0 0 0,91 0 0 0 0,-80-12 0 0 0,-36 0 0 0 0,58 5 0 0 0,-68 1-7 0 0,33 3 43 0 0,88-1-1 0 0,-133-7-35 0 0,12-1 0 0 0,42-6 0 0 0,-45 2 0 0 0,0-1 0 0 0,-1-3 0 0 0,0-1 0 0 0,40-18 0 0 0,77-49 0 0 0,52-47 0 0 0,-182 107 0 0 0,-5 5 0 0 0,-2-1 0 0 0,0 0 0 0 0,-1-1 0 0 0,23-25 0 0 0,65-83 0 0 0,-70 86 32 0 0,-24 25-21 0 0,0-1 0 0 0,13-17-1 0 0,-18 20-10 0 0,2-3 0 0 0,0 1 0 0 0,-1-1 0 0 0,-1 0 0 0 0,8-19 0 0 0,-8 14 0 0 0,-1 0 0 0 0,5-24 0 0 0,-10 34 0 0 0,0 0 0 0 0,0 0 0 0 0,0 0 0 0 0,-1-1 0 0 0,-1 1 0 0 0,1 0 0 0 0,-1 0 0 0 0,-3-9 0 0 0,3 12-2 0 0,-2-10 11 0 0,-1 0 1 0 0,-1 0-1 0 0,0 0 1 0 0,-1 1-1 0 0,0 0 1 0 0,-16-26-1 0 0,4 17 5 0 0,-1 0-1 0 0,-1 0 0 0 0,-46-37 1 0 0,15 21 23 0 0,-68-38 0 0 0,7 22 3 0 0,84 42-26 0 0,-72-24-4 0 0,56 22-10 0 0,25 10 18 0 0,0 0 0 0 0,-1 1-1 0 0,-27-2 1 0 0,18 3-25 0 0,6 1 7 0 0,-46 3 0 0 0,31 1 0 0 0,-10 0 2 0 0,0 3-1 0 0,0 2 0 0 0,1 2 0 0 0,-64 21 0 0 0,17 2-34 0 0,-96 49 0 0 0,128-51 9 0 0,9 1-36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24.11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22135 12 55 0 0,'2'-12'118'0'0,"-5"36"-105"0"0,-7 103 48 0 0,12-88-16 0 0,2 0 0 0 0,18 74 0 0 0,-14-78-36 0 0,16 51-9 0 0,-15-58 0 0 0,-1 1 0 0 0,7 45 0 0 0,-5 149 0 0 0,-9-205 0 0 0,1 0 0 0 0,0 0 0 0 0,1 0 0 0 0,1-1 0 0 0,1 0 0 0 0,0 0 0 0 0,12 26 0 0 0,-15-40 0 0 0,5 11 0 0 0,-1 0 0 0 0,-1 1 0 0 0,0 0 0 0 0,3 18 0 0 0,0-1 0 0 0,-6-26 0 0 0,0 0 0 0 0,0 0 0 0 0,-1 0 0 0 0,0 1 0 0 0,0 6 0 0 0,2 22 19 0 0,-1 3 16 0 0,-5-14-25 0 0,2-2-10 0 0,2-19 0 0 0,-1 1 0 0 0,0-1 0 0 0,0 0 0 0 0,-1 0 0 0 0,0 6 0 0 0,-11 39 128 0 0,7-34-115 0 0,0 1 0 0 0,0-1 0 0 0,-2 0 0 0 0,-12 21-1 0 0,8-19-12 0 0,6-8 23 0 0,0-1 0 0 0,0 0 0 0 0,0 0 0 0 0,-1 0 0 0 0,-10 9 0 0 0,16-15-22 0 0,-68 60 12 0 0,1-7 51 0 0,19-12-64 0 0,40-35-10 0 0,5-5 18 0 0,-1 0 0 0 0,1 1 1 0 0,0 0-1 0 0,0-1 0 0 0,0 1 1 0 0,1 0-1 0 0,-1 1 0 0 0,-2 3 0 0 0,-3 2-8 0 0,-1 2 0 0 0,7-4 0 0 0,0-1 0 0 0,-1 0 0 0 0,0 0 0 0 0,-1 0 0 0 0,1 0 0 0 0,-1 0 0 0 0,0-1 0 0 0,-1 1 0 0 0,-9 8 0 0 0,6-6 0 0 0,-11 6 0 0 0,14-11 13 0 0,0 0 0 0 0,0 1 0 0 0,1 0 0 0 0,-6 5-1 0 0,8-6-12 0 0,2-3 0 0 0,0 0 0 0 0,-1 1 0 0 0,1-1 0 0 0,0 0 0 0 0,0 0 0 0 0,0 1 0 0 0,-1-1 0 0 0,1 0 0 0 0,0 0 0 0 0,0 0 0 0 0,0 1 0 0 0,-1-1 0 0 0,1 0 0 0 0,0 0 0 0 0,0 0 0 0 0,-1 0 0 0 0,1 1 0 0 0,0-1 0 0 0,0 0 0 0 0,-1 0 0 0 0,1 0 0 0 0,0 0 0 0 0,-1 0 0 0 0,1 0 0 0 0,0 0 0 0 0,0 0 0 0 0,-1 0 0 0 0,1 0 0 0 0,-1 0 0 0 0,-1 0 9 0 0,-1 1 0 0 0,1 0 0 0 0,-1 0 0 0 0,1-1 0 0 0,-1 1 0 0 0,1 1-1 0 0,0-1 1 0 0,0 0 0 0 0,-1 1 0 0 0,1-1 0 0 0,0 1 0 0 0,0-1 0 0 0,-2 4-1 0 0,4-4-6 0 0,-1-1-1 0 0,0 1 0 0 0,0 0 0 0 0,0 0 0 0 0,1-1 0 0 0,-1 1 0 0 0,0 0 0 0 0,0-1 0 0 0,0 1 0 0 0,0-1 0 0 0,0 1 0 0 0,0-1 0 0 0,-1 1 0 0 0,-12 6-4 0 0,12-5 3 0 0,0 0 0 0 0,-1-1 0 0 0,0 1 0 0 0,1-1 0 0 0,-1 0 0 0 0,0 0 0 0 0,1 0 0 0 0,-1 0 0 0 0,-5 1 0 0 0,-15 6 0 0 0,8-5 0 0 0,-3 1 0 0 0,11-2 0 0 0,1 1 0 0 0,-1-1 0 0 0,0-1 0 0 0,-9 2 0 0 0,8-2 0 0 0,6-2 0 0 0,1 1 0 0 0,-1 0 0 0 0,1 1 0 0 0,-1-1 0 0 0,1 0 0 0 0,-1 0 0 0 0,1 1 0 0 0,0-1 0 0 0,-1 1 0 0 0,1-1 0 0 0,-3 2 0 0 0,0 0 6 0 0,0-1 0 0 0,0 1-1 0 0,-1-1 1 0 0,1 0 0 0 0,0 0-1 0 0,-1 0 1 0 0,-6 0-1 0 0,-13 3 14 0 0,9-1-17 0 0,-24 1 0 0 0,-12 3 58 0 0,-2 0-64 0 0,37-6 33 0 0,-25 6 0 0 0,36-6-26 0 0,-1-1 0 0 0,1 1 1 0 0,-10-1-1 0 0,-12 1-6 0 0,-3 2 25 0 0,11-1 16 0 0,0 1 0 0 0,-33 9 0 0 0,-12 8-21 0 0,-64 24 30 0 0,111-36-47 0 0,5-3 0 0 0,-1 0 0 0 0,1 1 0 0 0,1 1 0 0 0,-18 11 0 0 0,21-12 0 0 0,-1-1 0 0 0,0 0 0 0 0,0 0 0 0 0,0-1 0 0 0,-1-1 0 0 0,-14 4 0 0 0,5-1 0 0 0,-262 64 62 0 0,244-62-60 0 0,-6 0-1 0 0,14-3 2 0 0,1 2 1 0 0,-34 11-1 0 0,-9 7 50 0 0,-18 11-53 0 0,20-9 26 0 0,45-19-7 0 0,-39 21 0 0 0,9-5-19 0 0,36-16 0 0 0,-23 7 0 0 0,23-9 0 0 0,-20 9 0 0 0,-37 14 0 0 0,-5-1 0 0 0,50-18-22 0 0,19-6 8 0 0,1 0 0 0 0,-15 6 0 0 0,-23 14 14 0 0,26-14 0 0 0,-40 26 0 0 0,-160 140-108 0 0,152-116 88 0 0,49-41 20 0 0,1 1 0 0 0,-29 40 0 0 0,32-39 0 0 0,-11 21 0 0 0,-20 27-10 0 0,40-56-19 0 0,-13 25 0 0 0,14-25 31 0 0,-13 20 0 0 0,-22 31-2 0 0,30-44 0 0 0,-8 8 0 0 0,-4 9 0 0 0,-15 10 0 0 0,27-32 0 0 0,10-13 0 0 0,1 0 0 0 0,-1 0 0 0 0,1 0 0 0 0,-1 0 0 0 0,0 0 0 0 0,0 0 0 0 0,-3 2 0 0 0,-23 22 0 0 0,7-4 0 0 0,0-3 0 0 0,20-19 1 0 0,0 1-1 0 0,0 0 0 0 0,1 0 0 0 0,-1-1 0 0 0,0 1 0 0 0,1 0 0 0 0,-1 0 0 0 0,1 0 0 0 0,-1 0 0 0 0,1 0 0 0 0,-1 0 0 0 0,1 1 1 0 0,-7 9-13 0 0,6-10 4 0 0,-1 1 3 0 0,0 0 1 0 0,0 0-1 0 0,0 0 1 0 0,0 0-1 0 0,0 1 1 0 0,1-1-1 0 0,-1 0 1 0 0,1 1-1 0 0,-2 2 0 0 0,-11 9 5 0 0,-23 13 0 0 0,28-18 0 0 0,1 0 0 0 0,-34 32 0 0 0,39-39 0 0 0,0 1 0 0 0,0-1 0 0 0,1 1 0 0 0,-5 6 0 0 0,-6 7 0 0 0,-42 51 0 0 0,30-37 0 0 0,16-19 0 0 0,0 1 0 0 0,0 0 0 0 0,-9 17 0 0 0,-84 137-64 0 0,26-23 64 0 0,-20 33 0 0 0,58-114 3 0 0,-36 58-16 0 0,39-62-39 0 0,21-32 51 0 0,-32 40 0 0 0,28-43 1 0 0,-1-2 0 0 0,0 0 0 0 0,-35 28 0 0 0,15-20 0 0 0,-93 74 0 0 0,96-72 0 0 0,-49 54 0 0 0,-21 26 0 0 0,65-71 0 0 0,-26 27 0 0 0,-28 32 0 0 0,62-59 0 0 0,-19 19 0 0 0,-11 14 0 0 0,43-46 0 0 0,4-5 0 0 0,-1 10 0 0 0,2-12 0 0 0,11-15 0 0 0,1 0 0 0 0,-1 0 0 0 0,0 0 0 0 0,-8 7 0 0 0,-27 28 0 0 0,8-14 0 0 0,18-14 0 0 0,-1-1 0 0 0,-21 14 0 0 0,27-20 0 0 0,1 1 0 0 0,-13 10 0 0 0,1 1 0 0 0,-38 30 0 0 0,3 3 0 0 0,6-5 0 0 0,21-21 0 0 0,-32 36 0 0 0,18-16 0 0 0,-19 26 0 0 0,41-46 0 0 0,-54 77 0 0 0,51-69 0 0 0,-32 36 0 0 0,26-25 0 0 0,19-30 0 0 0,1 0 0 0 0,1 0 0 0 0,-8 20 0 0 0,0 1 0 0 0,-14 37 0 0 0,21-48 0 0 0,-1-1 0 0 0,-11 21 0 0 0,11-27 0 0 0,4-7 0 0 0,0 0 0 0 0,-9 11 0 0 0,12-16 0 0 0,0-1 0 0 0,0 1 0 0 0,0-1 0 0 0,0 1 0 0 0,-1 5 0 0 0,-9 15 0 0 0,-3 7 0 0 0,4-10 0 0 0,-4 6 0 0 0,-35 68 0 0 0,-9 15 0 0 0,0-27 0 0 0,30-42 0 0 0,-71 91 0 0 0,50-69 0 0 0,27-32 0 0 0,8-9 0 0 0,-18 33 0 0 0,19-31 0 0 0,-20 29 0 0 0,20-34 0 0 0,-17 20 0 0 0,-35 37 0 0 0,44-52 0 0 0,-36 52 0 0 0,48-61 0 0 0,-75 112 0 0 0,-25 35 0 0 0,42-60 0 0 0,16-24 0 0 0,7-25 0 0 0,36-41 0 0 0,-1 0 0 0 0,0-1 0 0 0,-15 13 0 0 0,1-1 0 0 0,0-1 0 0 0,15-14 0 0 0,0 0 0 0 0,1 1 0 0 0,-8 10 0 0 0,10-12 0 0 0,-1 0 0 0 0,0 0 0 0 0,-13 10 0 0 0,-2 2 0 0 0,-28 26 0 0 0,-26 24 0 0 0,14-11 0 0 0,-31 31 0 0 0,5 24 0 0 0,4-5 0 0 0,20-27 0 0 0,54-69 0 0 0,-3 4 0 0 0,0-1 0 0 0,-30 27 0 0 0,-8 8 0 0 0,26-26 0 0 0,-12 10 0 0 0,23-23 0 0 0,-259 193 0 0 0,163-135 0 0 0,-38 28 0 0 0,139-91 0 0 0,-1-1 0 0 0,0 1 0 0 0,0-1 0 0 0,-1-1 0 0 0,0 0 0 0 0,1-1 0 0 0,-22 5 0 0 0,-3 1 0 0 0,12-3 0 0 0,0 1 0 0 0,0 1 0 0 0,1 1 0 0 0,-26 15 0 0 0,-35 34 0 0 0,5-3 0 0 0,42-35 3 0 0,-1-2 0 0 0,-1-1-1 0 0,-54 16 1 0 0,33-11 22 0 0,30-11-11 0 0,-49 13 0 0 0,66-22-14 0 0,0-1 0 0 0,-23 0 0 0 0,22-1 0 0 0,0 1 0 0 0,-22 3 0 0 0,7 1 27 0 0,-31 1-1 0 0,28-3-15 0 0,-44 0-10 0 0,52-3 15 0 0,1 1 0 0 0,-1 1 0 0 0,-30 6-1 0 0,20 2-15 0 0,-34 15 0 0 0,16-6 0 0 0,37-15 0 0 0,0 0 0 0 0,0-1 0 0 0,0-1 0 0 0,-26 1 0 0 0,-58-4 0 0 0,98 1 0 0 0,-47-4 0 0 0,-30 0 0 0 0,27 2 19 0 0,28 1-4 0 0,-1 0 0 0 0,-26 3 0 0 0,-58 4-15 0 0,11-2 0 0 0,71 0 0 0 0,0 1 0 0 0,0 2 0 0 0,-35 12 0 0 0,-110 30 0 0 0,82-26 0 0 0,-22 5 0 0 0,9-5 0 0 0,28-6 0 0 0,-104 12 0 0 0,-21-11 0 0 0,157-16 0 0 0,28-2 0 0 0,0 1 0 0 0,0 1 0 0 0,1-1 0 0 0,-21 7 0 0 0,-112 46 0 0 0,123-46 0 0 0,-35 8 0 0 0,-3 0 0 0 0,-36 10 0 0 0,10-3 0 0 0,32-10 0 0 0,-31 6 0 0 0,-28 7 0 0 0,64-13 0 0 0,-1-2 0 0 0,-76 6 0 0 0,95-13 0 0 0,-53 15 0 0 0,69-16 0 0 0,0-1 0 0 0,-1 0 0 0 0,-20 0 0 0 0,9-1 0 0 0,8 0 0 0 0,-22 1 0 0 0,0 2 0 0 0,-64 14 0 0 0,-161 58 0 0 0,43-12 64 0 0,206-57-64 0 0,13-5 0 0 0,1-1 0 0 0,-1 1 0 0 0,0-1 0 0 0,1 0 0 0 0,-7 1 0 0 0,-13 0 0 0 0,1-1 0 0 0,-1-1 0 0 0,-23-3 0 0 0,5 0 0 0 0,1 1 0 0 0,-52 6 0 0 0,-83 16 0 0 0,81-8 0 0 0,53-5 0 0 0,-1 3 0 0 0,-66 23 0 0 0,51-15 0 0 0,-56 11 0 0 0,60-19 0 0 0,-67 18 0 0 0,-90 15 0 0 0,50-13 0 0 0,131-23 3 0 0,-101 22 58 0 0,-9-14-61 0 0,78-9 0 0 0,-14-2 0 0 0,41-1 22 0 0,0 1-1 0 0,-42 11 0 0 0,-61 16-21 0 0,23-6 0 0 0,-88 28 0 0 0,165-42 0 0 0,0 3 0 0 0,-48 24 0 0 0,60-26 0 0 0,-30 20 0 0 0,25-14 0 0 0,1 1 0 0 0,-32 25 0 0 0,22-15 0 0 0,-11 11 0 0 0,28-22 0 0 0,0-1 0 0 0,-46 26 0 0 0,21-21 0 0 0,19-8 0 0 0,21-9 0 0 0,0-2 0 0 0,0 1 0 0 0,-11 3 0 0 0,9-4 0 0 0,1 0 0 0 0,0 1 0 0 0,-1 0 0 0 0,1 1 0 0 0,-12 8 0 0 0,4-1-7 0 0,9-9-2 0 0,1 1 0 0 0,1 1 0 0 0,-1-1-1 0 0,-8 9 1 0 0,-31 45-3 0 0,27-35 13 0 0,-25 28-1 0 0,-33 33 0 0 0,49-51 0 0 0,-51 46 0 0 0,45-53 0 0 0,-59 35 0 0 0,76-51 0 0 0,-62 31 0 0 0,24-10 45 0 0,32-20-60 0 0,1 1 0 0 0,-21 16 0 0 0,27-18 15 0 0,0-1 0 0 0,0-1 0 0 0,-1 0 0 0 0,0-1 0 0 0,-23 6 0 0 0,36-11 0 0 0,-59 14 0 0 0,26-6 0 0 0,-48 16 0 0 0,-47 12 0 0 0,70-30 0 0 0,39-6 0 0 0,-30 7 0 0 0,23-4 0 0 0,-51 4 0 0 0,-15 3 0 0 0,38 4 0 0 0,11-2 0 0 0,40-12 0 0 0,-35 8 0 0 0,-66 9 0 0 0,-20-14 0 0 0,17-1 0 0 0,58-3 0 0 0,-92-9 0 0 0,50-8 0 0 0,39 1 0 0 0,41 12 0 0 0,0 0 0 0 0,0-2 0 0 0,-17-7 0 0 0,-16-4 0 0 0,23 9 13 0 0,-1 1 0 0 0,0 1 0 0 0,0 1 0 0 0,-35 0-1 0 0,-54 13-12 0 0,77-9 2 0 0,-66-2-14 0 0,55 1 5 0 0,36 1 10 0 0,1 0 0 0 0,-1 0 0 0 0,1-1 0 0 0,-1-1 0 0 0,-16-4-1 0 0,14 3-12 0 0,-11-6-33 0 0,10 8 31 0 0,14 1 13 0 0,0 0-1 0 0,0 0 0 0 0,0 0 0 0 0,0 0 0 0 0,0 0 0 0 0,0 0 0 0 0,0-1 0 0 0,0 1 0 0 0,0 0 0 0 0,1 0 0 0 0,-1-1 0 0 0,0 1 0 0 0,-1-1 0 0 0,-5 5 0 0 0,-19 11 0 0 0,-28 13 0 0 0,22-11 0 0 0,-43 29 0 0 0,41-24 0 0 0,-146 110 0 0 0,149-108 0 0 0,10-6 0 0 0,-25 28 0 0 0,21-20 0 0 0,14-14 0 0 0,0 0 0 0 0,1 0 0 0 0,-10 18 0 0 0,14-16 1 0 0,-1 3-12 0 0,3-9 4 0 0,0 0 0 0 0,0 0 0 0 0,0 0 0 0 0,1 1-1 0 0,1-1 1 0 0,-3 13 0 0 0,-1-1 3 0 0,-2 22 4 0 0,6-30 0 0 0,2-8 0 0 0,-1 1 0 0 0,1-1 0 0 0,-1 0 0 0 0,0 0 0 0 0,-1 0 0 0 0,1 0 0 0 0,-4 7 0 0 0,-2 8 0 0 0,-3 9 0 0 0,-25 36 0 0 0,29-47 0 0 0,6-15 0 0 0,-1 0 0 0 0,0 0 0 0 0,1 0 0 0 0,-1 0 0 0 0,0 0 0 0 0,0-1 0 0 0,0 1 0 0 0,-2 3 0 0 0,-8 19 0 0 0,1-2 0 0 0,-16 30 0 0 0,7-9 0 0 0,-61 89 0 0 0,31-40-46 0 0,24-43 28 0 0,-46 91 18 0 0,64-126 0 0 0,-39 65 0 0 0,38-68 0 0 0,0 0 0 0 0,-1 0 0 0 0,0 0 0 0 0,-17 13 0 0 0,-63 61 0 0 0,69-68 7 0 0,0 1 12 0 0,0-2 0 0 0,-25 16 0 0 0,36-25-19 0 0,0-1 0 0 0,1 2 0 0 0,0-1 0 0 0,0 1 0 0 0,1 1 0 0 0,0-1 0 0 0,0 1 0 0 0,-7 14 0 0 0,-4 2 0 0 0,15-21 0 0 0,1 0 0 0 0,-2-1 0 0 0,1 0 0 0 0,0 1 0 0 0,-1-1 0 0 0,1-1 0 0 0,-1 1 0 0 0,0 0 0 0 0,-5 1 0 0 0,-3 2 0 0 0,-23 6 0 0 0,4-1 0 0 0,18-5 0 0 0,2-2 0 0 0,1 0 0 0 0,-17 4 0 0 0,17-6 0 0 0,2 0 0 0 0,1-1 0 0 0,-1 0 0 0 0,0 0 0 0 0,-9-1 0 0 0,10 0 0 0 0,-1 0 0 0 0,1 1 0 0 0,-12 2 0 0 0,7-1 0 0 0,9-1 0 0 0,-13 1 0 0 0,16-2 0 0 0,0 0 0 0 0,-1 0 0 0 0,1 0 0 0 0,0 0 0 0 0,-1 1 0 0 0,1-1 0 0 0,0 0 0 0 0,-1 0 0 0 0,1 0 0 0 0,0 0 0 0 0,-1 0 0 0 0,1-1 0 0 0,0 1 0 0 0,-1 0 0 0 0,1 0 0 0 0,0 0 0 0 0,-1 0 0 0 0,1 0 0 0 0,0 0 0 0 0,-1 0 0 0 0,1-1 0 0 0,0 1 0 0 0,-1 0 0 0 0,1 0 0 0 0,0 0 0 0 0,0-1 0 0 0,-1 1 0 0 0,-30-7 0 0 0,-50 7 64 0 0,67-1-62 0 0,-1-1-1 0 0,1 0 0 0 0,-1-1 0 0 0,-23-7 0 0 0,-23-6-71 0 0,51 13 70 0 0,8 3 0 0 0,1-1 0 0 0,-1 1 0 0 0,1-1 0 0 0,-1 1 0 0 0,1-1 0 0 0,-1 1 0 0 0,0 0 0 0 0,1 0 0 0 0,-1 0 0 0 0,1 0 0 0 0,-1 0 0 0 0,0 0 0 0 0,1 0 0 0 0,-1 1 0 0 0,-1-1 0 0 0,-9 3 0 0 0,0-3-126 0 0,5 0 91 0 0,-1 0 1 0 0,0 1 0 0 0,1 0-1 0 0,-9 2 1 0 0,-6 2-92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26.7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1 494 111 0 0,'10'-16'0'0'0,"0"0"0"0"0,13-31 0 0 0,-2 3 0 0 0,-7 16 16 0 0,2 1 0 0 0,1 1 0 0 0,29-35 0 0 0,4-3 38 0 0,61-63-44 0 0,-103 118 3 0 0,-7 7-5 0 0,1-1-1 0 0,0 1 0 0 0,0 0 1 0 0,1 0-1 0 0,-1 0 0 0 0,5-3 0 0 0,-1 0-7 0 0,-6 5 0 0 0,1-1 0 0 0,-1 1 0 0 0,0 0 0 0 0,1-1 0 0 0,-1 1 0 0 0,0 0 0 0 0,1-1 0 0 0,-1 1 0 0 0,0 0 0 0 0,1-1 0 0 0,-1 1 0 0 0,1 0 0 0 0,-1 0 0 0 0,0-1 0 0 0,1 1 0 0 0,-1 0 0 0 0,1 0 0 0 0,-1 0 0 0 0,1 0 0 0 0,-1 0 0 0 0,1 0 0 0 0,-1 0 0 0 0,1 0 0 0 0,-1 0 0 0 0,1 0 0 0 0,-1 0 0 0 0,1 0 0 0 0,-1 0 0 0 0,1 0 0 0 0,-1 0 0 0 0,1 0 0 0 0,-1 0 0 0 0,1 1 0 0 0,-1-1-1 0 0,0 0 0 0 0,0 0 0 0 0,1 0 0 0 0,-1 0-1 0 0,0 1 1 0 0,0-1 0 0 0,0 0 0 0 0,1 0-1 0 0,-1 0 1 0 0,0 0 0 0 0,0 0 0 0 0,0 1-1 0 0,0-1 1 0 0,0 0 0 0 0,0 0 0 0 0,1 0-1 0 0,-1 0 1 0 0,0 1 0 0 0,0-1 0 0 0,0 0-1 0 0,0 0 1 0 0,0 1 0 0 0,0-1 0 0 0,0 0-1 0 0,0 0 1 0 0,0 0 0 0 0,0 1 0 0 0,0-1-1 0 0,0 0 1 0 0,0 0 0 0 0,0 0 0 0 0,0 1-1 0 0,0-1 1 0 0,0 0 0 0 0,0 1 0 0 0,0-1-8 0 0,0 5-2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27.1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7 111 0 0,'9'-3'0'0'0,"-7"2"0"0"0,0 0 0 0 0,0 1 0 0 0,0-1 0 0 0,0 1 0 0 0,0 0 0 0 0,0-1 0 0 0,1 1 0 0 0,-1 0 0 0 0,0 0 0 0 0,0 1 0 0 0,0-1 0 0 0,4 1 0 0 0,3 1 4 0 0,-1 0 0 0 0,0 1-1 0 0,0-1 1 0 0,-1 2 0 0 0,1-1-1 0 0,-1 1 1 0 0,13 8 0 0 0,-7-3 7 0 0,-1 1 0 0 0,0 0 1 0 0,14 16-1 0 0,25 22 41 0 0,-36-35-51 0 0,7 4-1 0 0,32 20 0 0 0,0-1 0 0 0,-44-28 5 0 0,0 1 0 0 0,0-1-1 0 0,-1 2 1 0 0,0-1-1 0 0,0 1 1 0 0,13 22-1 0 0,-17-24-1 0 0,-1 0 0 0 0,0 0 0 0 0,0 1 0 0 0,-1 0 0 0 0,-1-1 0 0 0,1 1 0 0 0,-1 1 0 0 0,-1-1 0 0 0,1 0 0 0 0,-1 14-1 0 0,-1 16-2 0 0,-2-18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28.0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35 842 143 0 0,'-2'-36'0'0'0,"-2"0"0"0"0,-11-52 0 0 0,5 39 0 0 0,8 37 3 0 0,1 0-1 0 0,0-1 0 0 0,1 1 0 0 0,1-1 0 0 0,1-15 0 0 0,17-61 24 0 0,-12 64-20 0 0,-2 0 1 0 0,-1 0-1 0 0,2-37 0 0 0,-8 17-6 0 0,-9-54 0 0 0,-1-8 0 0 0,12 101 0 0 0,0 0 0 0 0,0 0 0 0 0,3-9 0 0 0,0-15 0 0 0,-3 27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28.4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0 278 167 0 0,'1'0'0'0'0,"0"0"0"0"0,0 0 0 0 0,0 0 0 0 0,-1 0 0 0 0,1-1 0 0 0,0 1 0 0 0,0 0 0 0 0,-1 0 0 0 0,1 0 0 0 0,0-1 0 0 0,0 1 0 0 0,-1 0 0 0 0,1-1 0 0 0,0 1 0 0 0,-1-1 0 0 0,1 1 0 0 0,0-1 0 0 0,-1 1 0 0 0,1-1 0 0 0,-1 1 0 0 0,1-1 0 0 0,0-1 0 0 0,20-19 0 0 0,-19 17 0 0 0,49-43 0 0 0,-20 19 0 0 0,-15 15 8 0 0,-1 1 0 0 0,1 0-1 0 0,1 0 1 0 0,0 2 0 0 0,1 0-1 0 0,25-10 1 0 0,49-9 5 0 0,-41 15-16 0 0,39-8 3 0 0,-51 13 0 0 0,-32 8 4 0 0,0-1-1 0 0,0 1 0 0 0,0 0 0 0 0,0 0 0 0 0,0 1 0 0 0,0 0 0 0 0,0 0 0 0 0,0 1 0 0 0,0 0 0 0 0,0 0 0 0 0,0 1 0 0 0,0 0 0 0 0,0 0 0 0 0,-1 0 0 0 0,1 1 0 0 0,-1 0 0 0 0,0 0 0 0 0,0 1 0 0 0,0 0 0 0 0,9 7 0 0 0,65 60-3 0 0,-63-54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29.4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1 566 143 0 0,'4'1'0'0'0,"-1"-6"0"0"0,1-3 0 0 0,15-18 0 0 0,8-14 0 0 0,32-60 64 0 0,-26 43-64 0 0,2 1 0 0 0,69-83 0 0 0,-84 116 16 0 0,2 1 0 0 0,0 1 0 0 0,48-34 0 0 0,-66 53-9 0 0,-1 0-1 0 0,1 0 1 0 0,0 1-1 0 0,0-1 0 0 0,-1 1 1 0 0,1 0-1 0 0,0 0 1 0 0,0 0-1 0 0,5 0 0 0 0,-4 1-6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29.8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52 255 0 0,'4'1'0'0'0,"1"0"0"0"0,-1 0 0 0 0,0 0 0 0 0,0-1 0 0 0,1 0 0 0 0,6 0 0 0 0,-4 0 0 0 0,-3 0 0 0 0,-1-1 0 0 0,0 0 0 0 0,1 1 0 0 0,-1-1 0 0 0,0 0 0 0 0,0-1 0 0 0,3-1 0 0 0,5-1 0 0 0,14-6 0 0 0,-11 4 0 0 0,0 0 0 0 0,0 1 0 0 0,0 1 0 0 0,1 0 0 0 0,0 1 0 0 0,19-1 0 0 0,-31 4 4 0 0,0 1 0 0 0,-1-1 0 0 0,1 1 0 0 0,0-1 0 0 0,-1 1 0 0 0,1 0 0 0 0,-1 0-1 0 0,1 0 1 0 0,-1 0 0 0 0,0 1 0 0 0,1-1 0 0 0,-1 1 0 0 0,0 0 0 0 0,0-1-1 0 0,0 1 1 0 0,0 0 0 0 0,3 4 0 0 0,3 4-6 0 0,-1 0-1 0 0,10 19 1 0 0,-9-16 14 0 0,4 7-7 0 0,1 0 1 0 0,1 0-1 0 0,1-2 0 0 0,1 0 1 0 0,0-1-1 0 0,1 0 0 0 0,1-1 1 0 0,0-1-1 0 0,30 18 0 0 0,-12-12-5 0 0,60 49 0 0 0,-87-62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31.06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129 641 79 0 0,'0'-1'0'0'0,"0"1"0"0"0,1 0 0 0 0,-1 0 0 0 0,0 0 0 0 0,0 0 0 0 0,0 0 0 0 0,0 0 0 0 0,0 0 0 0 0,1 0 0 0 0,-1-1 0 0 0,0 1 0 0 0,0 0 0 0 0,0 0 0 0 0,0 0 0 0 0,0 0 0 0 0,0 0 0 0 0,0-1 0 0 0,0 1 0 0 0,0 0 0 0 0,1 0 0 0 0,-1 0 0 0 0,0 0 0 0 0,0-1 0 0 0,0 1 0 0 0,0 0 0 0 0,0 0 0 0 0,0 0 0 0 0,0 0 0 0 0,0-1 0 0 0,0 1 0 0 0,0 0 0 0 0,0 0 0 0 0,-1 0 0 0 0,1-1 0 0 0,0 1 0 0 0,0 0 0 0 0,0 0 0 0 0,0 0 0 0 0,0 0 0 0 0,0-1 0 0 0,-7-10 0 0 0,-17-15 0 0 0,16 18 0 0 0,-4-7 13 0 0,1 1 0 0 0,1-1-1 0 0,-11-20 1 0 0,19 31-10 0 0,-2-3 3 0 0,2 4-5 0 0,0 0-1 0 0,0-1 0 0 0,1 1 1 0 0,-1 0-1 0 0,1-1 1 0 0,0 0-1 0 0,0 1 0 0 0,0-1 1 0 0,0 0-1 0 0,0-4 0 0 0,-6-16 0 0 0,6 22 0 0 0,0-1 0 0 0,-1 0 0 0 0,2 0 0 0 0,-1 0 0 0 0,0 0 0 0 0,0-5 0 0 0,0-45 11 0 0,0 38 3 0 0,1 1-1 0 0,2-19 1 0 0,0-8-2 0 0,-2 33-12 0 0,1 0 0 0 0,0 1 0 0 0,1-1 0 0 0,0 1 0 0 0,5-14 0 0 0,-4 12 0 0 0,0-1 0 0 0,3-16 0 0 0,3-12-2 0 0,-6 30 5 0 0,-1-1-1 0 0,-1 1 1 0 0,1-1 0 0 0,0-11-1 0 0,1 1 25 0 0,-2 17-26 0 0,-1 1 1 0 0,1-1-1 0 0,-1 1 1 0 0,0-1 0 0 0,0 1-1 0 0,1-1 1 0 0,-1 0-1 0 0,0 1 1 0 0,0-1-1 0 0,0 1 1 0 0,-1-1 0 0 0,1 0-1 0 0,0 1 1 0 0,-1-1-1 0 0,1 1 1 0 0,-1-3-1 0 0,-1-2-1 0 0,8 5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31.46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0 124 55 0 0,'1'0'0'0'0,"-1"0"0"0"0,0-1 0 0 0,1 1 0 0 0,-1 0 0 0 0,1 0 0 0 0,-1-1 0 0 0,0 1 0 0 0,1 0 0 0 0,-1 0 0 0 0,0-1 0 0 0,1 1 0 0 0,-1 0 0 0 0,0-1 0 0 0,0 1 0 0 0,1 0 0 0 0,-1-1 0 0 0,0 1 0 0 0,0-1 0 0 0,0 1 0 0 0,1-1 0 0 0,-1 0 0 0 0,5-8 0 0 0,5 0 12 0 0,1 1-1 0 0,-1 0 1 0 0,17-9-1 0 0,7-5 7 0 0,-24 16-10 0 0,0 0-1 0 0,0 1 0 0 0,0 0 0 0 0,1 1 1 0 0,-1 0-1 0 0,1 1 0 0 0,0 0 0 0 0,0 1 1 0 0,0 0-1 0 0,1 1 0 0 0,16 0 0 0 0,15 1 34 0 0,72 12 0 0 0,-82-8-66 0 0,218 18 25 0 0,-216-19 0 0 0,3 1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32.1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82 513 79 0 0,'-8'-27'0'0'0,"4"18"0"0"0,1-1 0 0 0,1 0 0 0 0,-2-10 0 0 0,-32-203 64 0 0,36 217-57 0 0,-2-12 27 0 0,-9-32 0 0 0,8 38-21 0 0,0 0 0 0 0,1-1 0 0 0,0 1-1 0 0,0-19 1 0 0,2 28-8 0 0,1 1-1 0 0,-1-1 0 0 0,0 1 1 0 0,1 0-1 0 0,0-1 1 0 0,-1 1-1 0 0,1 0 1 0 0,0-1-1 0 0,0 1 1 0 0,0 0-1 0 0,3-3 0 0 0,-4 4-4 0 0,1 0 0 0 0,0 0 0 0 0,-1 0 0 0 0,0 1 0 0 0,1-1 0 0 0,-1 0 0 0 0,1 0 0 0 0,-1 0 0 0 0,0 0 0 0 0,1 0 0 0 0,-1 1 0 0 0,0-2 0 0 0,3-7 0 0 0,1 2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32.5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0 137 79 0 0,'27'-18'0'0'0,"20"-10"0"0"0,-15 11 0 0 0,39-17 0 0 0,-55 28 2 0 0,56-19 33 0 0,-61 22-30 0 0,0 1-1 0 0,0 0 1 0 0,0 1-1 0 0,0 0 1 0 0,13 1-1 0 0,6 3-4 0 0,-1 1 0 0 0,0 2 0 0 0,0 1 0 0 0,-1 1 0 0 0,0 1 0 0 0,0 2 0 0 0,36 18 0 0 0,-37-11 0 0 0,-15-12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33.74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1 659 199 0 0,'1'-3'0'0'0,"0"0"0"0"0,1 0 0 0 0,-1 0 0 0 0,0-1 0 0 0,-1 1 0 0 0,2-6 0 0 0,3-13 0 0 0,24-64 0 0 0,-2 4 0 0 0,56-110 0 0 0,-64 156 0 0 0,1 1 0 0 0,1 1 0 0 0,30-36 0 0 0,-49 68 0 0 0,5-7 0 0 0,0 0 0 0 0,0 1 0 0 0,1 0 0 0 0,-1 1 0 0 0,2 0 0 0 0,-1 0 0 0 0,14-8 0 0 0,-21 15 0 0 0,0-1 0 0 0,-1 1 0 0 0,1 0 0 0 0,0 0 0 0 0,0-1 0 0 0,0 1 0 0 0,0 0 0 0 0,0 0 0 0 0,0 0 0 0 0,0 0 0 0 0,0 0 0 0 0,0 0 0 0 0,-1 0 0 0 0,1 0 0 0 0,0 1 0 0 0,0-1 0 0 0,0 0 0 0 0,0 0 0 0 0,0 1 0 0 0,0-1 0 0 0,-1 1 0 0 0,1-1 0 0 0,0 1 0 0 0,0-1 0 0 0,-1 1 0 0 0,1-1 0 0 0,0 1 0 0 0,-1 0 0 0 0,1-1 0 0 0,0 1 0 0 0,-1 0 0 0 0,1-1 0 0 0,-1 1 0 0 0,1 0 0 0 0,-1 0 0 0 0,1 0 0 0 0,-1 0 0 0 0,0-1 0 0 0,0 1 0 0 0,1 0 0 0 0,-1 0 0 0 0,0 0 0 0 0,0 0 0 0 0,0 0 0 0 0,0 0 0 0 0,0 0 0 0 0,0 0 0 0 0,-2 9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34.10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1 111 0 0,'11'5'0'0'0,"0"0"0"0"0,1-1 0 0 0,22 5 0 0 0,-23-6 0 0 0,-2-1 0 0 0,8 2 0 0 0,0 1 0 0 0,-1 0 0 0 0,1 1 0 0 0,17 10 0 0 0,28 17 12 0 0,72 43 58 0 0,-112-61-58 0 0,0 0-1 0 0,-1 2 1 0 0,33 33-1 0 0,-48-43-11 0 0,0 0 0 0 0,0 1 0 0 0,-1 0 0 0 0,0 0 0 0 0,0 0 0 0 0,-1 0 0 0 0,0 1 0 0 0,-1 0 0 0 0,1 0 0 0 0,2 16 0 0 0,-1 1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39:58.5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3552 932 55 0 0,'0'0'0'0'0,"1"0"0"0"0,-1 0 0 0 0,0 0 0 0 0,0 0 0 0 0,1 0 0 0 0,-1 0 0 0 0,0 0 0 0 0,0 0 0 0 0,1 0 0 0 0,-1 0 0 0 0,0 0 0 0 0,0 0 0 0 0,0 1 0 0 0,1-1 0 0 0,-1 0 0 0 0,0 0 0 0 0,0 0 0 0 0,0 0 0 0 0,1 0 0 0 0,-1 1 0 0 0,0-1 0 0 0,0 0 0 0 0,0 0 0 0 0,0 0 0 0 0,0 1 0 0 0,0-1 0 0 0,1 0 0 0 0,-1 0 0 0 0,0 1 0 0 0,0-1 0 0 0,0 0 0 0 0,0 0 0 0 0,0 1 0 0 0,0-1 0 0 0,0 0 0 0 0,0 0 0 0 0,0 0 0 0 0,0 1 0 0 0,0-1 0 0 0,0 0 0 0 0,0 0 0 0 0,0 1 0 0 0,0-1 0 0 0,0 0 0 0 0,-1 0 0 0 0,1 1 0 0 0,0-1 0 0 0,0 0 0 0 0,0 1 0 0 0,-1 4 0 0 0,0-10 0 0 0,1 5 2 0 0,-3-8 87 0 0,2 8-83 0 0,0-1-1 0 0,0 1 1 0 0,1-1 0 0 0,-1 1-1 0 0,0-1 1 0 0,0 1 0 0 0,0 0-1 0 0,-1 0 1 0 0,1-1 0 0 0,0 1-1 0 0,0 0 1 0 0,0 0 0 0 0,0 0-1 0 0,0 0 1 0 0,-2 1 0 0 0,-23 1 4 0 0,25-2-10 0 0,0 0 0 0 0,1 0 0 0 0,-1 0 0 0 0,0 0 0 0 0,0 0 0 0 0,0 0 0 0 0,1 1 0 0 0,-1-1 0 0 0,0 0 0 0 0,0 1 0 0 0,0-1 0 0 0,1 0 0 0 0,-1 1 0 0 0,0-1 0 0 0,1 1 0 0 0,-1-1 0 0 0,0 1 0 0 0,1 0 0 0 0,-1 0 0 0 0,-5 3 0 0 0,-6-1-7 0 0,3 0 25 0 0,1-1 0 0 0,-1-1 0 0 0,-17 2-1 0 0,17-3-9 0 0,1 0 0 0 0,0-1 0 0 0,0 0 0 0 0,-1 0 0 0 0,1-1 0 0 0,0 0 0 0 0,-12-5 0 0 0,9 3-8 0 0,8 3 0 0 0,0 0 0 0 0,0 0 0 0 0,0 0 0 0 0,0 0 0 0 0,0-1 0 0 0,0 1 0 0 0,-4-4 0 0 0,-25-11 54 0 0,29 14-51 0 0,0 0 0 0 0,0 1-1 0 0,0 0 1 0 0,-1 0 0 0 0,1 0 0 0 0,0 0 0 0 0,-1 0 0 0 0,1 1 0 0 0,-7-1-1 0 0,1 0 14 0 0,-1 1-1 0 0,-15 2 0 0 0,8 1-7 0 0,-12 1 52 0 0,-43 1 0 0 0,65-4-60 0 0,0-1 0 0 0,0 1 0 0 0,-8 2 0 0 0,6-2 22 0 0,0 0-1 0 0,-18 0 0 0 0,0-4 0 0 0,22 2-16 0 0,0 1 1 0 0,0-1-1 0 0,0 1 1 0 0,0 0-1 0 0,0 0 1 0 0,0 0-1 0 0,-6 2 0 0 0,6-1 4 0 0,0 0 0 0 0,0-1 0 0 0,-1 1 0 0 0,1-1 0 0 0,-7 0 0 0 0,-2-1 1 0 0,12 3-9 0 0,2-1-1 0 0,0-1 0 0 0,0 0 1 0 0,-1 1-1 0 0,1-1 0 0 0,0 0 1 0 0,0 1-1 0 0,0-1 0 0 0,-1 0 1 0 0,1 0-1 0 0,0 1 0 0 0,0-1 1 0 0,-1 0-1 0 0,1 0 0 0 0,0 0 0 0 0,-1 1 1 0 0,1-1-1 0 0,0 0 0 0 0,0 0 1 0 0,-1 0-1 0 0,1 0 0 0 0,0 0 1 0 0,-1 1-1 0 0,1-1 0 0 0,0 0 1 0 0,-1 0-1 0 0,1 0 0 0 0,-1 0 1 0 0,1 0-1 0 0,0 0 0 0 0,-1 0 1 0 0,0 0-1 0 0,-6-1 43 0 0,-29-3-33 0 0,-7 3-10 0 0,29 2 14 0 0,9 3 13 0 0,5-3-25 0 0,0-1-1 0 0,-1 1 0 0 0,1-1 1 0 0,0 1-1 0 0,-1-1 1 0 0,1 1-1 0 0,-1-1 0 0 0,1 0 1 0 0,-1 1-1 0 0,1-1 0 0 0,-1 1 1 0 0,1-1-1 0 0,-1 0 0 0 0,0 0 1 0 0,1 1-1 0 0,-2-1 0 0 0,-8-1-1 0 0,2 0 0 0 0,-25-2 0 0 0,30 3 5 0 0,0-1-1 0 0,0 1 0 0 0,0-1 0 0 0,0 0 0 0 0,0 0 0 0 0,0 0 0 0 0,1 0 0 0 0,-1-1 0 0 0,0 1 0 0 0,1-1 0 0 0,-4-2 1 0 0,-11-6 9 0 0,15 8-14 0 0,0 0 0 0 0,1 0 0 0 0,-1 0 0 0 0,1 0 0 0 0,-1 0 0 0 0,-1-5 0 0 0,-1 2 13 0 0,0-1 0 0 0,-1 1-1 0 0,1 0 1 0 0,-1 1 0 0 0,-6-6-1 0 0,7 7-24 0 0,-11-11 12 0 0,14 13 0 0 0,0-1 0 0 0,-1 1 0 0 0,1 0 0 0 0,-1-1 0 0 0,0 1 0 0 0,1 0 0 0 0,-1 0 0 0 0,-2-1 0 0 0,-8-6 0 0 0,10 7 0 0 0,0 0 0 0 0,0-1 0 0 0,0 1 0 0 0,0 0 0 0 0,0 0 0 0 0,0 0 0 0 0,0 0 0 0 0,0 0 0 0 0,0 0 0 0 0,-1 0 0 0 0,1 1 0 0 0,0 0 0 0 0,-4-1 0 0 0,1-1 0 0 0,5 2 0 0 0,0 0 0 0 0,-1-1 0 0 0,1 1 0 0 0,0 0 0 0 0,0 0 0 0 0,0 0 0 0 0,0 0 0 0 0,0 0 0 0 0,0 0 0 0 0,-1 0 0 0 0,1 0 0 0 0,0 0 0 0 0,0 0 0 0 0,0 0 0 0 0,0 0 0 0 0,0-1 0 0 0,0 1 0 0 0,-1 0 0 0 0,1 0 0 0 0,0 0 0 0 0,0 0 0 0 0,0 0 0 0 0,0 0 0 0 0,0 0 0 0 0,-1 0 0 0 0,1 1 0 0 0,0-1 0 0 0,0 0 0 0 0,0 0 0 0 0,0 0 0 0 0,0 0 0 0 0,-1 0 0 0 0,1 0 0 0 0,0 0 0 0 0,-6-4 0 0 0,-15-15 0 0 0,11 7 0 0 0,0 5 0 0 0,4 1 0 0 0,-2 0 0 0 0,-2 1 0 0 0,-3-1 0 0 0,11 5 0 0 0,1 1 0 0 0,0 0 0 0 0,-1-1 0 0 0,1 0 0 0 0,0 1 0 0 0,0-1 0 0 0,0 0 0 0 0,-1 1 0 0 0,1-1 0 0 0,0 0 0 0 0,0 0 0 0 0,0 0 0 0 0,-1-2 0 0 0,1 3 0 0 0,1-1 0 0 0,0 1 0 0 0,0 0 0 0 0,0-1 0 0 0,-1 1 0 0 0,1 0 0 0 0,0 0 0 0 0,0-1 0 0 0,-1 1 0 0 0,1 0 0 0 0,0 0 0 0 0,0 0 0 0 0,-1 0 0 0 0,1-1 0 0 0,0 1 0 0 0,-1 0 0 0 0,1 0 0 0 0,0 0 0 0 0,-1 0 0 0 0,1 0 0 0 0,0 0 0 0 0,-1 0 0 0 0,1 0 0 0 0,0 0 0 0 0,-1 0 0 0 0,0 0 0 0 0,1 0 0 0 0,-1 0 0 0 0,1-1 0 0 0,-1 1 0 0 0,1 0 0 0 0,-1 0 0 0 0,1 0 0 0 0,0 0 0 0 0,-1 0 0 0 0,1-1 0 0 0,-1 1 0 0 0,1 0 0 0 0,-1 0 0 0 0,1-1 0 0 0,0 1 0 0 0,-1 0 0 0 0,1-1 0 0 0,-1 1 0 0 0,1 0 0 0 0,0-1 0 0 0,-1 1 0 0 0,1-1 0 0 0,-1 0 0 0 0,1 0 0 0 0,-1 0 0 0 0,0 0 0 0 0,1 0 0 0 0,-1 0 0 0 0,0 1 0 0 0,0-1 0 0 0,0 0 0 0 0,0 0 0 0 0,0 1 0 0 0,-1-2 0 0 0,1 2 0 0 0,0-1 0 0 0,0 1 0 0 0,0-1 0 0 0,0 0 0 0 0,1 0 0 0 0,-1 0 0 0 0,0 1 0 0 0,0-1 0 0 0,1 0 0 0 0,-1 0 0 0 0,0-1 0 0 0,-1 0 1 0 0,1 0 0 0 0,-1 0-1 0 0,0 1 1 0 0,1-1-1 0 0,-1 1 1 0 0,0-1 0 0 0,0 1-1 0 0,0 0 1 0 0,0 0-1 0 0,0 0 1 0 0,0 0 0 0 0,-1 0-1 0 0,1 0 1 0 0,0 0-1 0 0,0 1 1 0 0,-1-1 0 0 0,-3 1-1 0 0,3-1 5 0 0,0 1 1 0 0,0 0-1 0 0,0-1 0 0 0,0 0 1 0 0,0 0-1 0 0,0 0 0 0 0,0 0 1 0 0,0 0-1 0 0,-2-2 0 0 0,-1-1-5 0 0,-1 0 0 0 0,1 0 0 0 0,-1 0 0 0 0,1 1 0 0 0,-1 0 0 0 0,0 1 0 0 0,-8-3 0 0 0,-20-6 64 0 0,32 9-64 0 0,-1 1 0 0 0,1-1 0 0 0,-1 0 0 0 0,1 1 0 0 0,0-1 0 0 0,-5-4 0 0 0,-4-2 0 0 0,-19-18 0 0 0,20 17 3 0 0,9 7 6 0 0,0 0-1 0 0,-1 0 1 0 0,1 0 0 0 0,-1 1 0 0 0,1-1 0 0 0,-6-1-1 0 0,-11-10-8 0 0,16 11 0 0 0,1 1 0 0 0,-1-1 0 0 0,1 0 0 0 0,-1 1 0 0 0,1-1 0 0 0,-1 1 0 0 0,-5-2 0 0 0,-37-15 64 0 0,-46-6-10 0 0,69 13-42 0 0,19 8-13 0 0,-1 1 1 0 0,0 0 0 0 0,0 0 0 0 0,0 0 0 0 0,0 0 0 0 0,-5 0-1 0 0,-2-1 16 0 0,-1-1 0 0 0,0 0 0 0 0,-10-6 0 0 0,-17-6 43 0 0,1 9 6 0 0,-14-10-54 0 0,29 11-10 0 0,21 6 0 0 0,0 0 0 0 0,0-1 0 0 0,0 1 0 0 0,0-1 0 0 0,0 0 0 0 0,1 1 0 0 0,-1-1 0 0 0,0 0 0 0 0,0 0 0 0 0,-1-2 0 0 0,-8-3 0 0 0,0 0 0 0 0,0 0 0 0 0,0 1 0 0 0,0 1 0 0 0,-1 0 0 0 0,0 0 0 0 0,-22-3 0 0 0,29 5 41 0 0,5 2-40 0 0,-1-1 0 0 0,1 1 1 0 0,-1 0-1 0 0,1-1 0 0 0,-1 1 1 0 0,1 0-1 0 0,-1 0 0 0 0,0 0 1 0 0,1-1-1 0 0,-1 1 0 0 0,1 0 1 0 0,-1 0-1 0 0,1 0 0 0 0,-1 0 1 0 0,0 0-1 0 0,1 0 0 0 0,-2 0 0 0 0,-17-1-1 0 0,-32-6 0 0 0,9 1 0 0 0,18 3 6 0 0,-89-6 52 0 0,64 7-26 0 0,-86-14 0 0 0,72 10 0 0 0,48 6-26 0 0,-1-2 1 0 0,0 1-1 0 0,1-2 1 0 0,-17-4-1 0 0,29 6-6 0 0,0 0 0 0 0,0 1 0 0 0,0-1 0 0 0,0 1 0 0 0,-1 0 0 0 0,1 0 0 0 0,0 0 0 0 0,-5 1 0 0 0,-19 0 11 0 0,23-1-7 0 0,0 0 1 0 0,0 0 1 0 0,0 0-1 0 0,0 1 1 0 0,0-1-1 0 0,-1 1 1 0 0,1 0-1 0 0,1 0 1 0 0,-9 3-1 0 0,11-4-5 0 0,0 1 0 0 0,0-1 0 0 0,-1 1 0 0 0,1-1 0 0 0,0 0 0 0 0,-1 0 0 0 0,1 0 0 0 0,0 0 0 0 0,-3 0 0 0 0,-9 0 0 0 0,6-2 0 0 0,7 2 0 0 0,-1 0 0 0 0,0 0 0 0 0,0-1 0 0 0,0 1 0 0 0,0 0 0 0 0,0 0 0 0 0,0 0 0 0 0,0 0 0 0 0,0 0 0 0 0,0 0 0 0 0,0 0 0 0 0,0 0 0 0 0,-2 1 0 0 0,-1 0 0 0 0,-5-1 0 0 0,-17-3 0 0 0,18 3 0 0 0,6 0 0 0 0,0-1 0 0 0,-1 1 0 0 0,1 0 0 0 0,0-1 0 0 0,0 0 0 0 0,0 1 0 0 0,0-1 0 0 0,0 0 0 0 0,-4-2 0 0 0,-30-16 0 0 0,33 19 0 0 0,1-1 0 0 0,0-1 0 0 0,0 1 0 0 0,0 0 0 0 0,0-1 0 0 0,0 1 0 0 0,0-1 0 0 0,1 1 0 0 0,-1-1 0 0 0,0 0 0 0 0,1 0 0 0 0,-3-3 0 0 0,-1-2 0 0 0,-23-25 0 0 0,18 26 0 0 0,10 6 0 0 0,-1 0 0 0 0,1 0 0 0 0,0 0 0 0 0,0 0 0 0 0,0 0 0 0 0,0 0 0 0 0,0 0 0 0 0,-1 0 0 0 0,1 0 0 0 0,0 0 0 0 0,0 0 0 0 0,0 0 0 0 0,0 0 0 0 0,0 0 0 0 0,0 0 0 0 0,-1 0 0 0 0,1 0 0 0 0,0-1 0 0 0,0 1 0 0 0,0 0 0 0 0,0 0 0 0 0,0 0 0 0 0,0 0 0 0 0,0 0 0 0 0,0 0 0 0 0,0 0 0 0 0,-1-1 0 0 0,1 1 0 0 0,0 0 0 0 0,0 0 0 0 0,0 0 0 0 0,0 0 0 0 0,0 0 0 0 0,0 0 0 0 0,0-1 0 0 0,0 1 0 0 0,0 0 0 0 0,0 0 0 0 0,0 0 0 0 0,0 0 0 0 0,0 0 0 0 0,0-1 0 0 0,0 1 0 0 0,0-1 0 0 0,-1 0 0 0 0,1 1 0 0 0,0-1 0 0 0,-1 0 0 0 0,1 1 0 0 0,-1-1 0 0 0,1 1 0 0 0,-1-1 0 0 0,1 1 0 0 0,-1-1 0 0 0,0 1 0 0 0,1-1 0 0 0,-1 1 0 0 0,0 0 0 0 0,0-1 0 0 0,-4-2 0 0 0,-1-2 0 0 0,3 3 0 0 0,1 0 0 0 0,-1 0 0 0 0,0 0 0 0 0,1 1 0 0 0,-1-1 0 0 0,0 1 0 0 0,0 0 0 0 0,-4-2 0 0 0,-32-5 27 0 0,25 5-8 0 0,-27-8-1 0 0,-62-19-18 0 0,85 24 0 0 0,1-2 0 0 0,-1 0 0 0 0,-19-12 0 0 0,32 17 0 0 0,1 0 0 0 0,-2 1 0 0 0,1-1 0 0 0,-7-1 0 0 0,8 2 0 0 0,-13-1 0 0 0,-9 0 0 0 0,14 3 0 0 0,10 2 0 0 0,-2 0 0 0 0,-49-5 0 0 0,48 4-6 0 0,0-1-1 0 0,0 1 1 0 0,1 0-1 0 0,-1 0 1 0 0,0 0-1 0 0,1 1 0 0 0,-1 0 1 0 0,-3 2-1 0 0,-19 7 82 0 0,25-10-120 0 0,1-8-653 0 0,5-30 97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40:00.6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121 26 55 0 0,'4'2'0'0'0,"-5"1"0"0"0,2-1 0 0 0,-1-2 0 0 0,0 1 0 0 0,0-1 0 0 0,0 0 0 0 0,0 0 0 0 0,0 1 0 0 0,1-1 0 0 0,-1 0 0 0 0,0 0 0 0 0,0 1 0 0 0,-1-1 0 0 0,1 0-1 0 0,0 0 1 0 0,0 1 0 0 0,0-1 0 0 0,0 0 0 0 0,0 0 0 0 0,0 0 0 0 0,0 1 0 0 0,0-1 0 0 0,0 0 0 0 0,0 0 0 0 0,-1 1 0 0 0,1-1-1 0 0,0 0 1 0 0,0 0 0 0 0,0 0 0 0 0,0 0 0 0 0,-1 1 0 0 0,1-1 0 0 0,0 0 0 0 0,-6 7 13 0 0,0-9 30 0 0,-18-5-33 0 0,4 5-14 0 0,19 2 8 0 0,0 0 1 0 0,0 0-1 0 0,0 0 0 0 0,0 0 0 0 0,0 0 0 0 0,0 0 0 0 0,0 0 0 0 0,0 0 0 0 0,0-1 0 0 0,0 1 1 0 0,1 0-1 0 0,-1-1 0 0 0,-2 0 0 0 0,-2-2 4 0 0,2 1-8 0 0,-1 0 1 0 0,1-1-1 0 0,-1 1 0 0 0,1-1 1 0 0,0 1-1 0 0,-5-6 0 0 0,8 7 0 0 0,-1 1 0 0 0,1-1 0 0 0,-1 1 0 0 0,1-1 0 0 0,-1 1 0 0 0,1 0 0 0 0,-1-1 0 0 0,1 1 0 0 0,-1 0 0 0 0,1-1 0 0 0,-1 1 0 0 0,1 0 0 0 0,-1 0 0 0 0,0 0 0 0 0,1 0 0 0 0,-1-1 0 0 0,0 1 0 0 0,1 0 0 0 0,-1 0 0 0 0,1 0 0 0 0,-2 1 0 0 0,-2-2 0 0 0,3-1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40:01.0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230 1 143 0 0,'-98'7'64'0'0,"88"-7"-56"0"0,-1 1 0 0 0,0 0 0 0 0,1 0 0 0 0,0 1 0 0 0,-1 1 0 0 0,1-1 0 0 0,0 2 0 0 0,-13 5 0 0 0,2-4-8 0 0,16-2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40:01.45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159 85 79 0 0,'0'-1'0'0'0,"-1"0"0"0"0,0 0 0 0 0,1 0 0 0 0,-1 0 0 0 0,0 0 0 0 0,1 0 0 0 0,-1 0 0 0 0,0 0 0 0 0,0 0 0 0 0,0 0 0 0 0,-1-1 0 0 0,-5-5 0 0 0,1-1 8 0 0,0 0 0 0 0,-1 0 0 0 0,0 1 0 0 0,-1 0 0 0 0,1 0 0 0 0,-1 0 0 0 0,-10-5 0 0 0,17 12-5 0 0,0-1-1 0 0,-1 1 0 0 0,1 0 1 0 0,0 0-1 0 0,0 0 0 0 0,0 1 0 0 0,0-1 1 0 0,0 0-1 0 0,0 0 0 0 0,0 1 0 0 0,0-1 1 0 0,0 0-1 0 0,-1 1 0 0 0,2-1 1 0 0,-1 1-1 0 0,0 0 0 0 0,-2 0 0 0 0,-10 5 21 0 0,9-6-23 0 0,0 0 0 0 0,-1 0 0 0 0,1-1 0 0 0,0 1 0 0 0,0-1 0 0 0,-9-2 0 0 0,11 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40:01.80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107 8 143 0 0,'6'2'0'0'0,"-8"-2"0"0"0,-32-3 0 0 0,-22-3 0 0 0,43 13 0 0 0,5 0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40:02.17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112 39 55 0 0,'3'0'0'0'0,"-18"-3"11"0"0,13 3-5 0 0,-1 0 0 0 0,1 0 0 0 0,0 0-1 0 0,-1-1 1 0 0,1 1 0 0 0,-1-1 0 0 0,1 0-1 0 0,-4-1 1 0 0,-2-1-5 0 0,4 2-1 0 0,-1 0 0 0 0,0 0 0 0 0,0-1 0 0 0,1 0 0 0 0,-8-4 0 0 0,-6-3 0 0 0,4 4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40:02.4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48 52 23 0 0,'0'-1'0'0'0,"-1"-1"0"0"0,1 0 0 0 0,-1 1 0 0 0,1-1 0 0 0,-1 1 0 0 0,0-1 0 0 0,0 1 0 0 0,1-1 0 0 0,-1 1 0 0 0,0-1 0 0 0,0 1 0 0 0,0 0 0 0 0,-1-1 0 0 0,1 1 0 0 0,-2-2 0 0 0,-8-9 0 0 0,-1 3 0 0 0,5 4 0 0 0,5 4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40:02.83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45 57 55 0 0,'-11'-14'0'0'0,"-10"-6"32"0"0,20 19-29 0 0,0 0-1 0 0,-1 0 0 0 0,1-1 1 0 0,0 1-1 0 0,0 0 0 0 0,0-1 0 0 0,0 1 1 0 0,1-1-1 0 0,-1 0 0 0 0,0 1 1 0 0,0-1-1 0 0,1 1 0 0 0,-1-3 0 0 0,1 6-2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3T08:40:03.2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 27 79 0 0,'16'-5'0'0'0,"-16"2"0"0"0,-2 1 0 0 0,2 0 0 0 0,7-1 0 0 0,-12 1 0 0 0,3 2 0 0 0,2-2 0 0 0,-10-3 0 0 0,-1 3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74D56-300A-4624-A4B9-3D58077182F1}" type="datetimeFigureOut">
              <a:rPr lang="en-US" smtClean="0"/>
              <a:t>7/4/24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77FFA-B008-4BFF-8B59-3C272EB2C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1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77FFA-B008-4BFF-8B59-3C272EB2C4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25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六月に僕は友達と一緒に富士山に登りました。金曜日の夜に私たちは新宿駅に行って電車に</a:t>
            </a:r>
            <a:r>
              <a:rPr lang="en-US" altLang="ja-JP" dirty="0"/>
              <a:t>2</a:t>
            </a:r>
            <a:r>
              <a:rPr lang="ja-JP" altLang="en-US" dirty="0"/>
              <a:t>時間半ぐらい乗って御殿場に着きました。</a:t>
            </a:r>
            <a:endParaRPr lang="en-US" altLang="ja-JP" dirty="0"/>
          </a:p>
          <a:p>
            <a:r>
              <a:rPr lang="ja-JP" altLang="en-US" dirty="0"/>
              <a:t>そして、ホテルに行きました。</a:t>
            </a:r>
            <a:endParaRPr lang="en-US" altLang="ja-JP" dirty="0"/>
          </a:p>
          <a:p>
            <a:r>
              <a:rPr lang="ja-JP" altLang="en-US" dirty="0"/>
              <a:t>ホテルは二人で一泊（いっぱく）一万ぐらいだったのではじめはいいホテルと思いませんでした。しかし、ホテルはとてもきれいで新しくて、ビックリしました。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77FFA-B008-4BFF-8B59-3C272EB2C4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92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次の日、私たちは午前</a:t>
            </a:r>
            <a:r>
              <a:rPr 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4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時に起き</a:t>
            </a:r>
            <a:r>
              <a:rPr lang="ja-JP" alt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て、</a:t>
            </a:r>
            <a:r>
              <a:rPr 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20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分</a:t>
            </a:r>
            <a:r>
              <a:rPr lang="ja-JP" alt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歩いて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駅に</a:t>
            </a:r>
            <a:r>
              <a:rPr lang="ja-JP" alt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行きました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。登山口に向</a:t>
            </a:r>
            <a:r>
              <a:rPr lang="ja-JP" alt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（む）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かってタクシーに</a:t>
            </a:r>
            <a:r>
              <a:rPr lang="en-US" alt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30</a:t>
            </a:r>
            <a:r>
              <a:rPr lang="ja-JP" alt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分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乗りました。</a:t>
            </a:r>
            <a:r>
              <a:rPr 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5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時半ぐらいに登り始めました。</a:t>
            </a:r>
            <a:endParaRPr lang="en-US" altLang="ja-JP" sz="1800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私の足は友達の足より速いのでよく待ちました。</a:t>
            </a:r>
            <a:endParaRPr lang="en-US" altLang="ja-JP" sz="1800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標高</a:t>
            </a:r>
            <a:r>
              <a:rPr lang="ja-JP" alt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（ひょうこう）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が高くなると、もっと寒くなりましたがとても</a:t>
            </a:r>
            <a:r>
              <a:rPr lang="ja-JP" altLang="en-US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綺麗</a:t>
            </a:r>
            <a:r>
              <a:rPr lang="ja-JP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でした！</a:t>
            </a:r>
            <a:endParaRPr lang="en-US" sz="1800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77FFA-B008-4BFF-8B59-3C272EB2C4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94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14</a:t>
            </a:r>
            <a:r>
              <a:rPr lang="ja-JP" altLang="en-US" dirty="0"/>
              <a:t>時ぐらいに頂上に着きました。</a:t>
            </a:r>
            <a:endParaRPr lang="en-US" altLang="ja-JP" dirty="0"/>
          </a:p>
          <a:p>
            <a:r>
              <a:rPr lang="ja-JP" altLang="en-US" dirty="0"/>
              <a:t>少し写真を撮ってから降り始めました。</a:t>
            </a:r>
            <a:endParaRPr lang="en-US" altLang="ja-JP" dirty="0"/>
          </a:p>
          <a:p>
            <a:r>
              <a:rPr lang="ja-JP" altLang="en-US" dirty="0"/>
              <a:t>中間</a:t>
            </a:r>
            <a:r>
              <a:rPr lang="en-US" altLang="ja-JP" dirty="0"/>
              <a:t>(</a:t>
            </a:r>
            <a:r>
              <a:rPr lang="ja-JP" altLang="en-US" dirty="0"/>
              <a:t>ちゅうかん</a:t>
            </a:r>
            <a:r>
              <a:rPr lang="en-US" altLang="ja-JP" dirty="0"/>
              <a:t>)</a:t>
            </a:r>
            <a:r>
              <a:rPr lang="ja-JP" altLang="en-US" dirty="0"/>
              <a:t>地点</a:t>
            </a:r>
            <a:r>
              <a:rPr lang="en-US" altLang="ja-JP" dirty="0"/>
              <a:t>(</a:t>
            </a:r>
            <a:r>
              <a:rPr lang="ja-JP" altLang="en-US" dirty="0"/>
              <a:t>ちてん</a:t>
            </a:r>
            <a:r>
              <a:rPr lang="en-US" altLang="ja-JP" dirty="0"/>
              <a:t>)</a:t>
            </a:r>
            <a:r>
              <a:rPr lang="ja-JP" altLang="en-US" dirty="0"/>
              <a:t>に来た時、僕は頂上に双眼鏡を忘れたと気づきました。「残念</a:t>
            </a:r>
            <a:r>
              <a:rPr lang="en-US" altLang="ja-JP" dirty="0"/>
              <a:t>(</a:t>
            </a:r>
            <a:r>
              <a:rPr lang="ja-JP" altLang="en-US" dirty="0"/>
              <a:t>ざんねん</a:t>
            </a:r>
            <a:r>
              <a:rPr lang="en-US" altLang="ja-JP" dirty="0"/>
              <a:t>)</a:t>
            </a:r>
            <a:r>
              <a:rPr lang="ja-JP" altLang="en-US" dirty="0"/>
              <a:t>」と思って歩き続けました。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77FFA-B008-4BFF-8B59-3C272EB2C4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64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降りることは登ることよりとても簡単でした。</a:t>
            </a:r>
            <a:endParaRPr lang="en-US" altLang="ja-JP" dirty="0"/>
          </a:p>
          <a:p>
            <a:r>
              <a:rPr lang="ja-JP" altLang="en-US" dirty="0"/>
              <a:t>降りる時火山砂</a:t>
            </a:r>
            <a:r>
              <a:rPr lang="en-US" altLang="ja-JP" dirty="0"/>
              <a:t>(</a:t>
            </a:r>
            <a:r>
              <a:rPr lang="ja-JP" altLang="en-US" dirty="0"/>
              <a:t>かざんさ</a:t>
            </a:r>
            <a:r>
              <a:rPr lang="en-US" altLang="ja-JP" dirty="0"/>
              <a:t>)</a:t>
            </a:r>
            <a:r>
              <a:rPr lang="ja-JP" altLang="en-US" dirty="0"/>
              <a:t>の上を歩きました。火山砂</a:t>
            </a:r>
            <a:r>
              <a:rPr lang="en-US" altLang="ja-JP" dirty="0"/>
              <a:t>(</a:t>
            </a:r>
            <a:r>
              <a:rPr lang="ja-JP" altLang="en-US" dirty="0"/>
              <a:t>かざんさ</a:t>
            </a:r>
            <a:r>
              <a:rPr lang="en-US" altLang="ja-JP" dirty="0"/>
              <a:t>)</a:t>
            </a:r>
            <a:r>
              <a:rPr lang="ja-JP" altLang="en-US" dirty="0"/>
              <a:t>はとても柔（やわ）らかいので時々私たちは走られました。登山口に着いた時、タクシーがありませんでした。そして、私たちは優しい登山者の車に乗りました。</a:t>
            </a:r>
            <a:endParaRPr lang="en-US" altLang="ja-JP" dirty="0"/>
          </a:p>
          <a:p>
            <a:r>
              <a:rPr lang="ja-JP" altLang="en-US" b="0" dirty="0"/>
              <a:t>最後に午後</a:t>
            </a:r>
            <a:r>
              <a:rPr lang="en-US" altLang="ja-JP" b="0" dirty="0"/>
              <a:t>9</a:t>
            </a:r>
            <a:r>
              <a:rPr lang="ja-JP" altLang="en-US" b="0" dirty="0"/>
              <a:t>時</a:t>
            </a:r>
            <a:r>
              <a:rPr lang="ja-JP" altLang="en-US" b="0"/>
              <a:t>ぐらいに新宿駅に着きました。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77FFA-B008-4BFF-8B59-3C272EB2C4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72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BF045-CCE5-461D-17E0-EE15DD942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0F679-AD16-9E65-E902-803CBB765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9B411-6963-91D6-DB76-B3225B178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6ECA8-6BBE-9831-F768-F3E0E42A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55AA1-346B-D7B2-367C-4C7966CC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8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730F-E44D-3A7F-0072-032D8500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CFEA2-3273-7761-C872-9CDE58EE9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E00EB-4886-89F4-87A8-167EDE56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7E9BE-40AD-D663-216A-00E49853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E80DC-DF7F-DBE9-5479-1C694271A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2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B66E-9201-4DFF-6FBA-43082EFE4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0D67F-9F37-2977-8AC9-EFC555B51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77DE-DC9C-47CF-13A0-F35CFB57B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9F10C-C857-04CB-1ADD-70287B6C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F44DA-E5B6-8A69-1209-033FE694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0F5F-DE2E-A7CF-2E35-11847BF9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A8C3C-58ED-EAD0-68CE-374822565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45E1B-B2D5-58F3-C1C3-4182FFB94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39E0F-42B6-AA84-8708-CA9ED35F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D5D9E-86E6-59C5-CC17-C8DB09BA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45233-6B7F-5394-A8DD-1FFFAB98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94A6-9C3E-CCE4-F845-EA897CAB5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2D02E-B7D7-1C16-FF4E-1407DFA45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FE3B0-6CFD-B34F-7423-8F2183502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28390-B489-F992-0634-F32119579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C1E0E-84CE-1C00-988D-CAE54360F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B245DF-1F84-B232-3FFC-70047DE0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FE9E76-C1BC-0136-D695-6B3D3D0D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D00D8-EC09-E000-CE6C-DBFF83F2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8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270C-B308-0CBF-36FE-36A4189B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AE2B2-8F44-BD73-6F19-235D249C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DAC4B-39C6-09C0-4D2E-12323563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027B8-241F-BB98-F341-D93D203A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58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5D7A9-5CC4-B452-181B-A234D53D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D677F-E7DB-6897-D007-4C19547D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A7EA8-329E-2C32-35DC-B5841541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8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5E1D-41BF-7872-DCF1-A664131C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197D4-D938-B202-7050-F9795E82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5ADB3-B466-2C55-56E5-2FB5242F6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58E6E-8514-34D2-089F-6B12A832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FCBB9-27C8-1070-7F4C-C0FC5224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BD71D-ED18-A6F0-8ECB-9BE52EEF1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3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182A-5DE4-55C0-D5F4-D474AE2D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F0288-7AE6-D386-5CDC-ADBE2C337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C3208-6EFC-955B-F99E-BDA1822B4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D92D9-796B-892B-B3E0-CF2EC90C5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5AA17-15E6-D02B-2E46-76F328A94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751B3-F0CC-01D2-1470-43CE8079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9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24AA-A3BF-3AED-5A32-0E59965F7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94F20-8FA4-AD80-7ADB-060FB5D3B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7A354-1867-492B-37D4-BB503018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A97A9-8821-EEFC-D68D-73CD5588A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BEF4F-AEA3-E2ED-8451-A7AD86A4F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59760-E3C6-4FA9-C84D-34A67417B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F3644-775F-8751-A480-C8B94525A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7C744-BA00-36BA-2F4F-801C15A0B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3EC08-4D6C-F175-EDD1-A94E772D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936A9-8C59-D86E-A73F-40F5531A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6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BF2F70-CA2B-85A0-FB9D-425A54D6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4ACF6-3503-40F4-D397-7A0991671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C779-4FC2-D02F-53AC-DDD73C0AB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4F45E-2C07-45A9-9A05-79AEF0FA7040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7600F-BEBA-29E2-9769-3FB385CF3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EEF78-A714-60EA-7C83-00CA28BB7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68B91-FE95-4336-8993-94634EE9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423EE-1C29-6ACC-4288-C590339A0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2400" y="1354819"/>
            <a:ext cx="6124576" cy="2678363"/>
          </a:xfrm>
        </p:spPr>
        <p:txBody>
          <a:bodyPr>
            <a:normAutofit/>
          </a:bodyPr>
          <a:lstStyle/>
          <a:p>
            <a:pPr algn="r"/>
            <a:r>
              <a:rPr lang="ja-JP" altLang="en-US" sz="7200">
                <a:solidFill>
                  <a:schemeClr val="bg1"/>
                </a:solidFill>
              </a:rPr>
              <a:t>富士山</a:t>
            </a:r>
            <a:endParaRPr lang="en-US" sz="72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E5BBA-D7E5-5FC9-DA26-ACDD11BE6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8702" y="4414180"/>
            <a:ext cx="6128274" cy="884538"/>
          </a:xfrm>
        </p:spPr>
        <p:txBody>
          <a:bodyPr>
            <a:normAutofit/>
          </a:bodyPr>
          <a:lstStyle/>
          <a:p>
            <a:pPr algn="r"/>
            <a:r>
              <a:rPr lang="ja-JP" altLang="en-US" dirty="0">
                <a:solidFill>
                  <a:schemeClr val="bg1"/>
                </a:solidFill>
              </a:rPr>
              <a:t>ヤング・ゲーブリエル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US">
              <a:solidFill>
                <a:schemeClr val="bg1"/>
              </a:solidFill>
            </a:endParaRPr>
          </a:p>
          <a:p>
            <a:pPr algn="r"/>
            <a:r>
              <a:rPr lang="en-US" altLang="ja-JP" dirty="0">
                <a:solidFill>
                  <a:schemeClr val="bg1"/>
                </a:solidFill>
              </a:rPr>
              <a:t>9223C576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"/>
            <a:ext cx="4572002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750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 descr="A map of a city&#10;&#10;Description automatically generated">
            <a:extLst>
              <a:ext uri="{FF2B5EF4-FFF2-40B4-BE49-F238E27FC236}">
                <a16:creationId xmlns:a16="http://schemas.microsoft.com/office/drawing/2014/main" id="{AD56DE8E-97E3-7C49-8574-BE7234695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548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8253E87-F43E-7336-66C5-5FFB91504D04}"/>
                  </a:ext>
                </a:extLst>
              </p14:cNvPr>
              <p14:cNvContentPartPr/>
              <p14:nvPr/>
            </p14:nvContentPartPr>
            <p14:xfrm>
              <a:off x="10813600" y="130005"/>
              <a:ext cx="997200" cy="49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8253E87-F43E-7336-66C5-5FFB91504D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50600" y="67365"/>
                <a:ext cx="1122840" cy="62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158E6C5-085F-7137-942E-66641CE0B46F}"/>
              </a:ext>
            </a:extLst>
          </p:cNvPr>
          <p:cNvGrpSpPr/>
          <p:nvPr/>
        </p:nvGrpSpPr>
        <p:grpSpPr>
          <a:xfrm>
            <a:off x="3277000" y="556965"/>
            <a:ext cx="8035560" cy="5144040"/>
            <a:chOff x="3277000" y="556965"/>
            <a:chExt cx="8035560" cy="51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209032-C316-C990-1D3F-927C45A92C42}"/>
                    </a:ext>
                  </a:extLst>
                </p14:cNvPr>
                <p14:cNvContentPartPr/>
                <p14:nvPr/>
              </p14:nvContentPartPr>
              <p14:xfrm>
                <a:off x="3277000" y="556965"/>
                <a:ext cx="8035560" cy="514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209032-C316-C990-1D3F-927C45A92C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14000" y="493965"/>
                  <a:ext cx="8161200" cy="52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48CE32B-65FC-6ACE-78AD-9F338A8EDB2A}"/>
                    </a:ext>
                  </a:extLst>
                </p14:cNvPr>
                <p14:cNvContentPartPr/>
                <p14:nvPr/>
              </p14:nvContentPartPr>
              <p14:xfrm>
                <a:off x="4394080" y="4889925"/>
                <a:ext cx="133200" cy="17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48CE32B-65FC-6ACE-78AD-9F338A8EDB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31440" y="4827285"/>
                  <a:ext cx="258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CA0D5A-6552-AE32-84CC-CD0EB3737708}"/>
                    </a:ext>
                  </a:extLst>
                </p14:cNvPr>
                <p14:cNvContentPartPr/>
                <p14:nvPr/>
              </p14:nvContentPartPr>
              <p14:xfrm>
                <a:off x="4392640" y="5037165"/>
                <a:ext cx="174600" cy="178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CA0D5A-6552-AE32-84CC-CD0EB37377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9640" y="4974165"/>
                  <a:ext cx="30024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DAC5D47-B67F-EDDB-D75D-EE0B2FF6B319}"/>
              </a:ext>
            </a:extLst>
          </p:cNvPr>
          <p:cNvGrpSpPr/>
          <p:nvPr/>
        </p:nvGrpSpPr>
        <p:grpSpPr>
          <a:xfrm>
            <a:off x="3637360" y="5190885"/>
            <a:ext cx="328320" cy="303120"/>
            <a:chOff x="3637360" y="5190885"/>
            <a:chExt cx="3283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D715458-C358-1294-2625-831405AA3E26}"/>
                    </a:ext>
                  </a:extLst>
                </p14:cNvPr>
                <p14:cNvContentPartPr/>
                <p14:nvPr/>
              </p14:nvContentPartPr>
              <p14:xfrm>
                <a:off x="3637360" y="5190885"/>
                <a:ext cx="16200" cy="303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D715458-C358-1294-2625-831405AA3E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74360" y="5127885"/>
                  <a:ext cx="1418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244A7F-C1A4-DB90-6454-0A9CE8226C24}"/>
                    </a:ext>
                  </a:extLst>
                </p14:cNvPr>
                <p14:cNvContentPartPr/>
                <p14:nvPr/>
              </p14:nvContentPartPr>
              <p14:xfrm>
                <a:off x="3683800" y="5340285"/>
                <a:ext cx="281880" cy="100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244A7F-C1A4-DB90-6454-0A9CE8226C2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20800" y="5277285"/>
                  <a:ext cx="40752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DAC395-5CFB-EF01-C5A8-C70BC381B1A7}"/>
              </a:ext>
            </a:extLst>
          </p:cNvPr>
          <p:cNvGrpSpPr/>
          <p:nvPr/>
        </p:nvGrpSpPr>
        <p:grpSpPr>
          <a:xfrm>
            <a:off x="6000760" y="4298085"/>
            <a:ext cx="231840" cy="353520"/>
            <a:chOff x="6000760" y="4298085"/>
            <a:chExt cx="23184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E15D248-8B5C-3A2C-D546-5FD2AD783A23}"/>
                    </a:ext>
                  </a:extLst>
                </p14:cNvPr>
                <p14:cNvContentPartPr/>
                <p14:nvPr/>
              </p14:nvContentPartPr>
              <p14:xfrm>
                <a:off x="6008320" y="4298085"/>
                <a:ext cx="169560" cy="204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E15D248-8B5C-3A2C-D546-5FD2AD783A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45680" y="4235445"/>
                  <a:ext cx="2952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89847C8-4728-5A24-7BFC-88996F22CFA5}"/>
                    </a:ext>
                  </a:extLst>
                </p14:cNvPr>
                <p14:cNvContentPartPr/>
                <p14:nvPr/>
              </p14:nvContentPartPr>
              <p14:xfrm>
                <a:off x="6000760" y="4514445"/>
                <a:ext cx="231840" cy="137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89847C8-4728-5A24-7BFC-88996F22CF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37760" y="4451805"/>
                  <a:ext cx="35748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959E7B7-B578-064B-8640-9B238D66A08E}"/>
              </a:ext>
            </a:extLst>
          </p:cNvPr>
          <p:cNvGrpSpPr/>
          <p:nvPr/>
        </p:nvGrpSpPr>
        <p:grpSpPr>
          <a:xfrm>
            <a:off x="8996320" y="2768445"/>
            <a:ext cx="352080" cy="231120"/>
            <a:chOff x="8996320" y="2768445"/>
            <a:chExt cx="35208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852400-4FC2-7757-E845-1F2AFABEB384}"/>
                    </a:ext>
                  </a:extLst>
                </p14:cNvPr>
                <p14:cNvContentPartPr/>
                <p14:nvPr/>
              </p14:nvContentPartPr>
              <p14:xfrm>
                <a:off x="8996320" y="2768445"/>
                <a:ext cx="47520" cy="231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852400-4FC2-7757-E845-1F2AFABEB38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33680" y="2705445"/>
                  <a:ext cx="1731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9FE7B86-0147-AB83-79E6-C86A40C9241F}"/>
                    </a:ext>
                  </a:extLst>
                </p14:cNvPr>
                <p14:cNvContentPartPr/>
                <p14:nvPr/>
              </p14:nvContentPartPr>
              <p14:xfrm>
                <a:off x="9073360" y="2936565"/>
                <a:ext cx="275040" cy="44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9FE7B86-0147-AB83-79E6-C86A40C924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10360" y="2873925"/>
                  <a:ext cx="40068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00CF26D-2FB7-1948-74FE-3719AAEA4339}"/>
              </a:ext>
            </a:extLst>
          </p:cNvPr>
          <p:cNvGrpSpPr/>
          <p:nvPr/>
        </p:nvGrpSpPr>
        <p:grpSpPr>
          <a:xfrm>
            <a:off x="9780760" y="1838205"/>
            <a:ext cx="315000" cy="186120"/>
            <a:chOff x="9780760" y="1838205"/>
            <a:chExt cx="31500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26AD20F-DC52-085D-B886-0F6F792E8C97}"/>
                    </a:ext>
                  </a:extLst>
                </p14:cNvPr>
                <p14:cNvContentPartPr/>
                <p14:nvPr/>
              </p14:nvContentPartPr>
              <p14:xfrm>
                <a:off x="9780760" y="1838205"/>
                <a:ext cx="29880" cy="185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26AD20F-DC52-085D-B886-0F6F792E8C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17760" y="1775565"/>
                  <a:ext cx="1555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93224D6-C5FD-5ECA-C0C1-85580DCFFC20}"/>
                    </a:ext>
                  </a:extLst>
                </p14:cNvPr>
                <p14:cNvContentPartPr/>
                <p14:nvPr/>
              </p14:nvContentPartPr>
              <p14:xfrm>
                <a:off x="9862120" y="1974645"/>
                <a:ext cx="233640" cy="49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93224D6-C5FD-5ECA-C0C1-85580DCFFC2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99120" y="1911645"/>
                  <a:ext cx="35928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1032598-E40E-1631-EC18-A465C3C1B0E6}"/>
              </a:ext>
            </a:extLst>
          </p:cNvPr>
          <p:cNvGrpSpPr/>
          <p:nvPr/>
        </p:nvGrpSpPr>
        <p:grpSpPr>
          <a:xfrm>
            <a:off x="7678720" y="3932685"/>
            <a:ext cx="203040" cy="311400"/>
            <a:chOff x="7678720" y="3932685"/>
            <a:chExt cx="20304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80E089-255D-D5B4-7B84-96DCF50DFF41}"/>
                    </a:ext>
                  </a:extLst>
                </p14:cNvPr>
                <p14:cNvContentPartPr/>
                <p14:nvPr/>
              </p14:nvContentPartPr>
              <p14:xfrm>
                <a:off x="7683760" y="3932685"/>
                <a:ext cx="133920" cy="237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80E089-255D-D5B4-7B84-96DCF50DFF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21120" y="3869685"/>
                  <a:ext cx="2595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D9FA16E-4A48-1DAA-2784-2C025F38E24A}"/>
                    </a:ext>
                  </a:extLst>
                </p14:cNvPr>
                <p14:cNvContentPartPr/>
                <p14:nvPr/>
              </p14:nvContentPartPr>
              <p14:xfrm>
                <a:off x="7678720" y="4099005"/>
                <a:ext cx="203040" cy="145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D9FA16E-4A48-1DAA-2784-2C025F38E2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15720" y="4036365"/>
                  <a:ext cx="3286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3B346DD-26CA-F31C-5064-DC6500E7D2FE}"/>
              </a:ext>
            </a:extLst>
          </p:cNvPr>
          <p:cNvGrpSpPr/>
          <p:nvPr/>
        </p:nvGrpSpPr>
        <p:grpSpPr>
          <a:xfrm>
            <a:off x="1009360" y="4983165"/>
            <a:ext cx="2168640" cy="657360"/>
            <a:chOff x="1009360" y="4983165"/>
            <a:chExt cx="2168640" cy="65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CF7C450-56B9-B31C-6EAA-83DE83B6D081}"/>
                    </a:ext>
                  </a:extLst>
                </p14:cNvPr>
                <p14:cNvContentPartPr/>
                <p14:nvPr/>
              </p14:nvContentPartPr>
              <p14:xfrm>
                <a:off x="1897120" y="5296365"/>
                <a:ext cx="1280880" cy="344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CF7C450-56B9-B31C-6EAA-83DE83B6D0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34120" y="5233365"/>
                  <a:ext cx="14065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19AF0BB-72AA-4C1E-37EB-7203B377EF7E}"/>
                    </a:ext>
                  </a:extLst>
                </p14:cNvPr>
                <p14:cNvContentPartPr/>
                <p14:nvPr/>
              </p14:nvContentPartPr>
              <p14:xfrm>
                <a:off x="1763200" y="5279445"/>
                <a:ext cx="45360" cy="16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19AF0BB-72AA-4C1E-37EB-7203B377EF7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00560" y="5216445"/>
                  <a:ext cx="171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A0D87A4-F509-0514-2EA1-2AC62B454586}"/>
                    </a:ext>
                  </a:extLst>
                </p14:cNvPr>
                <p14:cNvContentPartPr/>
                <p14:nvPr/>
              </p14:nvContentPartPr>
              <p14:xfrm>
                <a:off x="1537840" y="5231565"/>
                <a:ext cx="82800" cy="14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A0D87A4-F509-0514-2EA1-2AC62B4545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74840" y="5168925"/>
                  <a:ext cx="208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FA8303-BBC4-2843-ABAD-97160848BB99}"/>
                    </a:ext>
                  </a:extLst>
                </p14:cNvPr>
                <p14:cNvContentPartPr/>
                <p14:nvPr/>
              </p14:nvContentPartPr>
              <p14:xfrm>
                <a:off x="1407520" y="5180805"/>
                <a:ext cx="57240" cy="30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FA8303-BBC4-2843-ABAD-97160848BB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44880" y="5117805"/>
                  <a:ext cx="182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0336B24-F281-2B16-3268-E5D4B2356F6A}"/>
                    </a:ext>
                  </a:extLst>
                </p14:cNvPr>
                <p14:cNvContentPartPr/>
                <p14:nvPr/>
              </p14:nvContentPartPr>
              <p14:xfrm>
                <a:off x="1287640" y="5172885"/>
                <a:ext cx="41040" cy="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0336B24-F281-2B16-3268-E5D4B2356F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24640" y="5110245"/>
                  <a:ext cx="166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1A1F0A9-C2A3-01CB-5DFC-B5A58CA99882}"/>
                    </a:ext>
                  </a:extLst>
                </p14:cNvPr>
                <p14:cNvContentPartPr/>
                <p14:nvPr/>
              </p14:nvContentPartPr>
              <p14:xfrm>
                <a:off x="1175320" y="5152365"/>
                <a:ext cx="41760" cy="14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1A1F0A9-C2A3-01CB-5DFC-B5A58CA998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12320" y="5089725"/>
                  <a:ext cx="167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665D07-A1C8-737A-D093-17FF1854DCB3}"/>
                    </a:ext>
                  </a:extLst>
                </p14:cNvPr>
                <p14:cNvContentPartPr/>
                <p14:nvPr/>
              </p14:nvContentPartPr>
              <p14:xfrm>
                <a:off x="1131040" y="5090445"/>
                <a:ext cx="17280" cy="19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665D07-A1C8-737A-D093-17FF1854DCB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8400" y="5027445"/>
                  <a:ext cx="142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F326939-AF30-40F4-326A-528F2D9EDEF7}"/>
                    </a:ext>
                  </a:extLst>
                </p14:cNvPr>
                <p14:cNvContentPartPr/>
                <p14:nvPr/>
              </p14:nvContentPartPr>
              <p14:xfrm>
                <a:off x="1081000" y="5038605"/>
                <a:ext cx="16560" cy="20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F326939-AF30-40F4-326A-528F2D9EDE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8000" y="4975965"/>
                  <a:ext cx="142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B76A7AE-DA8C-3857-AC24-5A89155BA8DD}"/>
                    </a:ext>
                  </a:extLst>
                </p14:cNvPr>
                <p14:cNvContentPartPr/>
                <p14:nvPr/>
              </p14:nvContentPartPr>
              <p14:xfrm>
                <a:off x="1009360" y="4983165"/>
                <a:ext cx="10440" cy="9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B76A7AE-DA8C-3857-AC24-5A89155BA8D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6720" y="4920525"/>
                  <a:ext cx="136080" cy="13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183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mountain with trees and blue sky&#10;&#10;Description automatically generated">
            <a:extLst>
              <a:ext uri="{FF2B5EF4-FFF2-40B4-BE49-F238E27FC236}">
                <a16:creationId xmlns:a16="http://schemas.microsoft.com/office/drawing/2014/main" id="{A59B6CBB-4E6D-08C5-C4EC-25C7177D1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84" b="2383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9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wo people standing on a mountain top&#10;&#10;Description automatically generated">
            <a:extLst>
              <a:ext uri="{FF2B5EF4-FFF2-40B4-BE49-F238E27FC236}">
                <a16:creationId xmlns:a16="http://schemas.microsoft.com/office/drawing/2014/main" id="{6066D057-6DC5-B5E5-8222-9F976C6A6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2"/>
          <a:stretch/>
        </p:blipFill>
        <p:spPr>
          <a:xfrm>
            <a:off x="0" y="-2773505"/>
            <a:ext cx="12192000" cy="9631505"/>
          </a:xfrm>
        </p:spPr>
      </p:pic>
    </p:spTree>
    <p:extLst>
      <p:ext uri="{BB962C8B-B14F-4D97-AF65-F5344CB8AC3E}">
        <p14:creationId xmlns:p14="http://schemas.microsoft.com/office/powerpoint/2010/main" val="3824512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ackpack and binoculars on a rock by the water">
            <a:extLst>
              <a:ext uri="{FF2B5EF4-FFF2-40B4-BE49-F238E27FC236}">
                <a16:creationId xmlns:a16="http://schemas.microsoft.com/office/drawing/2014/main" id="{E86B0DDE-D9E0-D618-9E0C-3E4B0F3C22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1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F83438-7951-F0FC-9094-37426AC38B16}"/>
              </a:ext>
            </a:extLst>
          </p:cNvPr>
          <p:cNvSpPr txBox="1"/>
          <p:nvPr/>
        </p:nvSpPr>
        <p:spPr>
          <a:xfrm>
            <a:off x="7630790" y="6121625"/>
            <a:ext cx="448298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</a:rPr>
              <a:t>双眼鏡（そうがんきょう）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42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 descr="A person on a snowy mountain&#10;&#10;Description automatically generated">
            <a:extLst>
              <a:ext uri="{FF2B5EF4-FFF2-40B4-BE49-F238E27FC236}">
                <a16:creationId xmlns:a16="http://schemas.microsoft.com/office/drawing/2014/main" id="{7587D3E3-4830-67B7-BAB7-1D0E4307B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441220"/>
            <a:ext cx="12188952" cy="12188952"/>
          </a:xfrm>
        </p:spPr>
      </p:pic>
    </p:spTree>
    <p:extLst>
      <p:ext uri="{BB962C8B-B14F-4D97-AF65-F5344CB8AC3E}">
        <p14:creationId xmlns:p14="http://schemas.microsoft.com/office/powerpoint/2010/main" val="115206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278</Words>
  <Application>Microsoft Office PowerPoint</Application>
  <PresentationFormat>Widescreen</PresentationFormat>
  <Paragraphs>21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富士山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富士山</dc:title>
  <dc:creator>Gabriel Young</dc:creator>
  <cp:lastModifiedBy>Gabriel Young</cp:lastModifiedBy>
  <cp:revision>3</cp:revision>
  <dcterms:created xsi:type="dcterms:W3CDTF">2024-07-02T03:04:44Z</dcterms:created>
  <dcterms:modified xsi:type="dcterms:W3CDTF">2024-07-04T00:54:05Z</dcterms:modified>
</cp:coreProperties>
</file>